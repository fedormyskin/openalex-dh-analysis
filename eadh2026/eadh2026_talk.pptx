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5"/>
  </p:sldMasterIdLst>
  <p:notesMasterIdLst>
    <p:notesMasterId r:id="rId6"/>
  </p:notesMasterIdLst>
  <p:sldIdLst>
    <p:sldId id="256" r:id="rId7"/>
    <p:sldId id="257" r:id="rId41"/>
    <p:sldId id="258" r:id="rId42"/>
    <p:sldId id="259" r:id="rId43"/>
    <p:sldId id="260" r:id="rId44"/>
    <p:sldId id="261" r:id="rId45"/>
    <p:sldId id="262" r:id="rId46"/>
    <p:sldId id="263" r:id="rId47"/>
    <p:sldId id="264" r:id="rId48"/>
    <p:sldId id="265" r:id="rId49"/>
  </p:sldIdLst>
  <p:sldSz cy="5143500" cx="9144000"/>
  <p:notesSz cx="6858000" cy="9144000"/>
  <p:embeddedFontLst>
    <p:embeddedFont>
      <p:font typeface="Zen Dots"/>
      <p:regular r:id="rId30"/>
    </p:embeddedFont>
    <p:embeddedFont>
      <p:font typeface="Abril Fatface"/>
      <p:regular r:id="rId31"/>
    </p:embeddedFont>
    <p:embeddedFont>
      <p:font typeface="Bebas Neue"/>
      <p:regular r:id="rId32"/>
    </p:embeddedFont>
    <p:embeddedFont>
      <p:font typeface="PT Sans"/>
      <p:regular r:id="rId33"/>
      <p:bold r:id="rId34"/>
      <p:italic r:id="rId35"/>
      <p:boldItalic r:id="rId36"/>
    </p:embeddedFont>
    <p:embeddedFont>
      <p:font typeface="Barlow"/>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A290F1E-2210-489E-A4AA-A664B1D45DA4}">
  <a:tblStyle styleId="{5A290F1E-2210-489E-A4AA-A664B1D45DA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Relationships xmlns="http://schemas.openxmlformats.org/package/2006/relationships"><Relationship Id="rId40" Type="http://schemas.openxmlformats.org/officeDocument/2006/relationships/font" Target="fonts/Barlow-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31" Type="http://schemas.openxmlformats.org/officeDocument/2006/relationships/font" Target="fonts/AbrilFatface-regular.fntdata"/><Relationship Id="rId30" Type="http://schemas.openxmlformats.org/officeDocument/2006/relationships/font" Target="fonts/ZenDots-regular.fntdata"/><Relationship Id="rId33" Type="http://schemas.openxmlformats.org/officeDocument/2006/relationships/font" Target="fonts/PTSans-regular.fntdata"/><Relationship Id="rId32" Type="http://schemas.openxmlformats.org/officeDocument/2006/relationships/font" Target="fonts/BebasNeue-regular.fntdata"/><Relationship Id="rId35" Type="http://schemas.openxmlformats.org/officeDocument/2006/relationships/font" Target="fonts/PTSans-italic.fntdata"/><Relationship Id="rId34" Type="http://schemas.openxmlformats.org/officeDocument/2006/relationships/font" Target="fonts/PTSans-bold.fntdata"/><Relationship Id="rId37" Type="http://schemas.openxmlformats.org/officeDocument/2006/relationships/font" Target="fonts/Barlow-regular.fntdata"/><Relationship Id="rId36" Type="http://schemas.openxmlformats.org/officeDocument/2006/relationships/font" Target="fonts/PTSans-boldItalic.fntdata"/><Relationship Id="rId39" Type="http://schemas.openxmlformats.org/officeDocument/2006/relationships/font" Target="fonts/Barlow-italic.fntdata"/><Relationship Id="rId38" Type="http://schemas.openxmlformats.org/officeDocument/2006/relationships/font" Target="fonts/Barlow-bold.fntdata"/>  <Relationship Id="rId41" Type="http://schemas.openxmlformats.org/officeDocument/2006/relationships/slide" Target="slides/slide2.xml"/>
  <Relationship Id="rId42" Type="http://schemas.openxmlformats.org/officeDocument/2006/relationships/slide" Target="slides/slide3.xml"/>
  <Relationship Id="rId43" Type="http://schemas.openxmlformats.org/officeDocument/2006/relationships/slide" Target="slides/slide4.xml"/>
  <Relationship Id="rId44" Type="http://schemas.openxmlformats.org/officeDocument/2006/relationships/slide" Target="slides/slide5.xml"/>
  <Relationship Id="rId45" Type="http://schemas.openxmlformats.org/officeDocument/2006/relationships/slide" Target="slides/slide6.xml"/>
  <Relationship Id="rId46" Type="http://schemas.openxmlformats.org/officeDocument/2006/relationships/slide" Target="slides/slide7.xml"/>
  <Relationship Id="rId47" Type="http://schemas.openxmlformats.org/officeDocument/2006/relationships/slide" Target="slides/slide8.xml"/>
  <Relationship Id="rId48" Type="http://schemas.openxmlformats.org/officeDocument/2006/relationships/slide" Target="slides/slide9.xml"/>
  <Relationship Id="rId49" Type="http://schemas.openxmlformats.org/officeDocument/2006/relationships/slide" Target="slides/slide10.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6" name="Shape 1646"/>
        <p:cNvGrpSpPr/>
        <p:nvPr/>
      </p:nvGrpSpPr>
      <p:grpSpPr>
        <a:xfrm>
          <a:off x="0" y="0"/>
          <a:ext cx="0" cy="0"/>
          <a:chOff x="0" y="0"/>
          <a:chExt cx="0" cy="0"/>
        </a:xfrm>
      </p:grpSpPr>
      <p:sp>
        <p:nvSpPr>
          <p:cNvPr id="1647" name="Google Shape;1647;g1a624180a3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8" name="Google Shape;1648;g1a624180a3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marL="0" indent="0">
              <a:spcAft>
                <a:spcPts val="600"/>
              </a:spcAft>
              <a:buNone/>
            </a:pPr>
            <a:r>
              <a:rPr lang="en" sz="1200"/>
              <a:t xml:space="preserve">Good morning. This is a talk about a simple question with an awkward answer: when Digital Humanities scholars write a reference list, how much of it is from their own country?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6" name="Shape 1646"/>
        <p:cNvGrpSpPr/>
        <p:nvPr/>
      </p:nvGrpSpPr>
      <p:grpSpPr>
        <a:xfrm>
          <a:off x="0" y="0"/>
          <a:ext cx="0" cy="0"/>
          <a:chOff x="0" y="0"/>
          <a:chExt cx="0" cy="0"/>
        </a:xfrm>
      </p:grpSpPr>
      <p:sp>
        <p:nvSpPr>
          <p:cNvPr id="1647" name="Google Shape;1647;g1a624180a3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8" name="Google Shape;1648;g1a624180a3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marL="0" indent="0">
              <a:spcAft>
                <a:spcPts val="600"/>
              </a:spcAft>
              <a:buNone/>
            </a:pPr>
            <a:r>
              <a:rPr lang="en" sz="1200"/>
              <a:t xml:space="preserve">DH describes itself as international by design. For over a decade critics have said the practice doesn't match the description: Fiormonte on Anglophone and Western European dominance, Galina Russell on the geographic and linguistic skew of output, Risam on how digital knowledge production reproduces global inequality.</a:t>
            </a:r>
          </a:p>
          <a:p>
            <a:pPr marL="0" indent="0">
              <a:spcAft>
                <a:spcPts val="600"/>
              </a:spcAft>
              <a:buNone/>
            </a:pPr>
            <a:r>
              <a:rPr lang="en" sz="1200"/>
              <a:t xml:space="preserve">Most of that evidence is qualitative, or counts where conference submissions come from. Only two studies have looked at DH bibliometrically at scale — Tang and colleagues in 2017, Spinaci, Colavizza and Peroni in 2022 — and neither asked the citation-level question. So that's what we did. Three questions: how much do DH scholars cite their own country; how much of that is more than you'd expect given how much each country publishes; and is it changing between 2007 and 2025.</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6" name="Shape 1646"/>
        <p:cNvGrpSpPr/>
        <p:nvPr/>
      </p:nvGrpSpPr>
      <p:grpSpPr>
        <a:xfrm>
          <a:off x="0" y="0"/>
          <a:ext cx="0" cy="0"/>
          <a:chOff x="0" y="0"/>
          <a:chExt cx="0" cy="0"/>
        </a:xfrm>
      </p:grpSpPr>
      <p:sp>
        <p:nvSpPr>
          <p:cNvPr id="1647" name="Google Shape;1647;g1a624180a3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8" name="Google Shape;1648;g1a624180a3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marL="0" indent="0">
              <a:spcAft>
                <a:spcPts val="600"/>
              </a:spcAft>
              <a:buNone/>
            </a:pPr>
            <a:r>
              <a:rPr lang="en" sz="1200"/>
              <a:t xml:space="preserve">One definition, then one correction.</a:t>
            </a:r>
          </a:p>
          <a:p>
            <a:pPr marL="0" indent="0">
              <a:spcAft>
                <a:spcPts val="600"/>
              </a:spcAft>
              <a:buNone/>
            </a:pPr>
            <a:r>
              <a:rPr lang="en" sz="1200"/>
              <a:t xml:space="preserve">The definition: a citation is insular when the citing paper and the cited paper share at least one author country. That's the "any overlap" rule. A paper from Germany and France citing a paper from the US and Germany counts, because Germany is on both sides. [There's a stricter majority rule too — more than half the citing countries must appear on the cited side — and everything I'll show holds under it, just with lower numbers.]</a:t>
            </a:r>
          </a:p>
          <a:p>
            <a:pPr marL="0" indent="0">
              <a:spcAft>
                <a:spcPts val="600"/>
              </a:spcAft>
              <a:buNone/>
            </a:pPr>
            <a:r>
              <a:rPr lang="en" sz="1200"/>
              <a:t xml:space="preserve">The correction: raw self-citation is meaningless on its own. The US produces the most DH work, so US authors cite US work partly because there's so much of it. So for every country we compute an expected rate — its share of everything that gets cited — and compare. Two numbers carry the talk from here: excess, observed minus expected, in percentage points; and ratio, observed over expected, which tells you how many times more insular a country is than chance. We test excess with a thousand-round permutation: shuffle the country labels on the cited side, keep the citation graph, see if the real value is extreme.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6" name="Shape 1646"/>
        <p:cNvGrpSpPr/>
        <p:nvPr/>
      </p:nvGrpSpPr>
      <p:grpSpPr>
        <a:xfrm>
          <a:off x="0" y="0"/>
          <a:ext cx="0" cy="0"/>
          <a:chOff x="0" y="0"/>
          <a:chExt cx="0" cy="0"/>
        </a:xfrm>
      </p:grpSpPr>
      <p:sp>
        <p:nvSpPr>
          <p:cNvPr id="1647" name="Google Shape;1647;g1a624180a3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8" name="Google Shape;1648;g1a624180a3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marL="0" indent="0">
              <a:spcAft>
                <a:spcPts val="600"/>
              </a:spcAft>
              <a:buNone/>
            </a:pPr>
            <a:r>
              <a:rPr lang="en" sz="1200"/>
              <a:t xml:space="preserve">Two corpora, built the same way at the end but very differently at the start.</a:t>
            </a:r>
          </a:p>
          <a:p>
            <a:pPr marL="0" indent="0">
              <a:spcAft>
                <a:spcPts val="600"/>
              </a:spcAft>
              <a:buNone/>
            </a:pPr>
            <a:r>
              <a:rPr lang="en" sz="1200"/>
              <a:t xml:space="preserve">The journal corpus follows Spinaci et al.: every work since 2000 in the 19 journals they classify as exclusively DH, plus anything anywhere that says "digital humanities" in its title or abstract. About 17,600 works from OpenAlex. For each one we take every author country, follow every reference, fetch the cited work's countries. That leaves 58,655 citations with country on both ends, 63 countries with at least a hundred each.</a:t>
            </a:r>
          </a:p>
          <a:p>
            <a:pPr marL="0" indent="0">
              <a:spcAft>
                <a:spcPts val="600"/>
              </a:spcAft>
              <a:buNone/>
            </a:pPr>
            <a:r>
              <a:rPr lang="en" sz="1200"/>
              <a:t xml:space="preserve">The conference corpus is the new part. The Index of DH Conferences at Carnegie Mellon gives us the abstracts with affiliations, but no machine-readable references. So we pulled reference strings out of the full text, parsed them with AnyStyle, and matched them — offline, against a local OpenAlex snapshot, because the search API kept timing out — by DOI, then exact title, then a very conservative fuzzy match. We accept 27 percent of references. That's precision over recall: a wrong match corrupts a country count; a miss just shrinks the sample. About five thousand citation edges survive, and we keep only the ADHO annual conference and its predecessors, so we're not mixing in venues that are national by construction. [I'll come back to what that filtering does to the sample.]</a:t>
            </a:r>
          </a:p>
          <a:p>
            <a:pPr marL="0" indent="0">
              <a:spcAft>
                <a:spcPts val="600"/>
              </a:spcAft>
              <a:buNone/>
            </a:pPr>
            <a:r>
              <a:rPr lang="en" sz="1200"/>
              <a:t xml:space="preserve">Same measures, same null model, applied to both.</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6" name="Shape 1646"/>
        <p:cNvGrpSpPr/>
        <p:nvPr/>
      </p:nvGrpSpPr>
      <p:grpSpPr>
        <a:xfrm>
          <a:off x="0" y="0"/>
          <a:ext cx="0" cy="0"/>
          <a:chOff x="0" y="0"/>
          <a:chExt cx="0" cy="0"/>
        </a:xfrm>
      </p:grpSpPr>
      <p:sp>
        <p:nvSpPr>
          <p:cNvPr id="1647" name="Google Shape;1647;g1a624180a3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8" name="Google Shape;1648;g1a624180a3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marL="0" indent="0">
              <a:spcAft>
                <a:spcPts val="600"/>
              </a:spcAft>
              <a:buNone/>
            </a:pPr>
            <a:r>
              <a:rPr lang="en" sz="1200"/>
              <a:t xml:space="preserve">First result. Every single country cites itself more than chance. Not most — all thirty with enough data, all below p of 0.001. This is structural, not a US quirk.</a:t>
            </a:r>
          </a:p>
          <a:p>
            <a:pPr marL="0" indent="0">
              <a:spcAft>
                <a:spcPts val="600"/>
              </a:spcAft>
              <a:buNone/>
            </a:pPr>
            <a:r>
              <a:rPr lang="en" sz="1200"/>
              <a:t xml:space="preserve">But look at the two lenses. By excess, the leaders are France and the US, both around 31–32 points above expectation. The US cites itself 60 percent of the time against an expected 29. By ratio, it's a different list: Finland at 31 times chance, Austria 28, Greece 23. The US is at 2.</a:t>
            </a:r>
          </a:p>
          <a:p>
            <a:pPr marL="0" indent="0">
              <a:spcAft>
                <a:spcPts val="600"/>
              </a:spcAft>
              <a:buNone/>
            </a:pPr>
            <a:r>
              <a:rPr lang="en" sz="1200"/>
              <a:t xml:space="preserve">Same phenomenon, different shape. Big producers have a lot of insularity in absolute terms because there's a lot of domestic work to cite. Small countries have a domestic pool of one or two percent of the field and still send a quarter or a third of their citations into it. That's where insularity is most amplified — small, cohesive national communities, national-language scholarship, a handful of dominant groups.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6" name="Shape 1646"/>
        <p:cNvGrpSpPr/>
        <p:nvPr/>
      </p:nvGrpSpPr>
      <p:grpSpPr>
        <a:xfrm>
          <a:off x="0" y="0"/>
          <a:ext cx="0" cy="0"/>
          <a:chOff x="0" y="0"/>
          <a:chExt cx="0" cy="0"/>
        </a:xfrm>
      </p:grpSpPr>
      <p:sp>
        <p:nvSpPr>
          <p:cNvPr id="1647" name="Google Shape;1647;g1a624180a3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8" name="Google Shape;1648;g1a624180a3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marL="0" indent="0">
              <a:spcAft>
                <a:spcPts val="600"/>
              </a:spcAft>
              <a:buNone/>
            </a:pPr>
            <a:r>
              <a:rPr lang="en" sz="1200"/>
              <a:t xml:space="preserve">The same null model, applied to every pair. Each cell is observed minus expected share; red is more than chance, blue is less.</a:t>
            </a:r>
          </a:p>
          <a:p>
            <a:pPr marL="0" indent="0">
              <a:spcAft>
                <a:spcPts val="600"/>
              </a:spcAft>
              <a:buNone/>
            </a:pPr>
            <a:r>
              <a:rPr lang="en" sz="1200"/>
              <a:t xml:space="preserve">Two things to see. The diagonal is red all the way down — that's slide 5 again. And the US column is mostly blue. Most countries cite the United States less than its share of the field would predict. They're not spending those citations on some third country; they're spending them on themselves. You can also see the regional blocks — East Asia top-left, the German-speaking countries and the Netherlands bottom-right. Hold on to the blue US column; it matters in two slides.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6" name="Shape 1646"/>
        <p:cNvGrpSpPr/>
        <p:nvPr/>
      </p:nvGrpSpPr>
      <p:grpSpPr>
        <a:xfrm>
          <a:off x="0" y="0"/>
          <a:ext cx="0" cy="0"/>
          <a:chOff x="0" y="0"/>
          <a:chExt cx="0" cy="0"/>
        </a:xfrm>
      </p:grpSpPr>
      <p:sp>
        <p:nvSpPr>
          <p:cNvPr id="1647" name="Google Shape;1647;g1a624180a3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8" name="Google Shape;1648;g1a624180a3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marL="0" indent="0">
              <a:spcAft>
                <a:spcPts val="600"/>
              </a:spcAft>
              <a:buNone/>
            </a:pPr>
            <a:r>
              <a:rPr lang="en" sz="1200"/>
              <a:t xml:space="preserve">This is the slide I'd like you to remember.</a:t>
            </a:r>
          </a:p>
          <a:p>
            <a:pPr marL="0" indent="0">
              <a:spcAft>
                <a:spcPts val="600"/>
              </a:spcAft>
              <a:buNone/>
            </a:pPr>
            <a:r>
              <a:rPr lang="en" sz="1200"/>
              <a:t xml:space="preserve">The teal line is the journal corpus. Insularity falls from roughly 42 percent in 2007 to about 25 percent in the most recent years. Country by country, only the US decline is statistically significant on its own — about one point a year — but the direction is nearly universal. The journal literature is, slowly, internationalising.</a:t>
            </a:r>
          </a:p>
          <a:p>
            <a:pPr marL="0" indent="0">
              <a:spcAft>
                <a:spcPts val="600"/>
              </a:spcAft>
              <a:buNone/>
            </a:pPr>
            <a:r>
              <a:rPr lang="en" sz="1200"/>
              <a:t xml:space="preserve">The purple line is the ADHO conference. Same measure, same null model. It sits at about 42 percent and stays there. It's noisier, because the yearly samples are smaller, but there is no downward trend to find. The German-language DHd — the only regional series with enough resolved citations to measure — is at 40 percent, right beside it.</a:t>
            </a:r>
          </a:p>
          <a:p>
            <a:pPr marL="0" indent="0">
              <a:spcAft>
                <a:spcPts val="600"/>
              </a:spcAft>
              <a:buNone/>
            </a:pPr>
            <a:r>
              <a:rPr lang="en" sz="1200"/>
              <a:t xml:space="preserve">So the field's flagship international venue shows none of the opening-up the journals show. One reading: a conference is a live, co-located event, and you write the abstract for the people you'll see in the room. Another: what gets into the proceedings and what gets into a journal are shaped by different review cultures. We can't separate those with this data. What we can say is that "DH is becoming more international" is true of one venue type and not the other.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6" name="Shape 1646"/>
        <p:cNvGrpSpPr/>
        <p:nvPr/>
      </p:nvGrpSpPr>
      <p:grpSpPr>
        <a:xfrm>
          <a:off x="0" y="0"/>
          <a:ext cx="0" cy="0"/>
          <a:chOff x="0" y="0"/>
          <a:chExt cx="0" cy="0"/>
        </a:xfrm>
      </p:grpSpPr>
      <p:sp>
        <p:nvSpPr>
          <p:cNvPr id="1647" name="Google Shape;1647;g1a624180a3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8" name="Google Shape;1648;g1a624180a3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marL="0" indent="0">
              <a:spcAft>
                <a:spcPts val="600"/>
              </a:spcAft>
              <a:buNone/>
            </a:pPr>
            <a:r>
              <a:rPr lang="en" sz="1200"/>
              <a:t xml:space="preserve">A natural objection: maybe all of this is just what citation looks like everywhere. Fortunately there's a very recent benchmark. Wu, Traag and colleagues published in April a study of 39 million OpenAlex publications, 95 countries, 2000 to 2022 — all of science — fitting a Bayesian gravity model that estimates a country-pair citation preference after controlling for distance and for how much each city publishes. Different estimator, same data source, same country logic. Their preference score is a model coefficient; our ratio is a descriptive quantity. They agree in direction, not in units — so read this table as does the sign match, not does the number match.</a:t>
            </a:r>
          </a:p>
          <a:p>
            <a:pPr marL="0" indent="0">
              <a:spcAft>
                <a:spcPts val="600"/>
              </a:spcAft>
              <a:buNone/>
            </a:pPr>
            <a:r>
              <a:rPr lang="en" sz="1200"/>
              <a:t xml:space="preserve">Row two: they find strong domestic citation preference in every country. So do we. Universal insularity is a science-wide fact, not a DH pathology.</a:t>
            </a:r>
          </a:p>
          <a:p>
            <a:pPr marL="0" indent="0">
              <a:spcAft>
                <a:spcPts val="600"/>
              </a:spcAft>
              <a:buNone/>
            </a:pPr>
            <a:r>
              <a:rPr lang="en" sz="1200"/>
              <a:t xml:space="preserve">Row three is where DH breaks from the pattern. In their data most countries cite the US above expectation — a shared orientation toward the American literature. In DH, that's the blue column: most countries cite the US below expectation. [Whether that's the humanities generally or DH specifically, we can't yet say; their four domains are physical, social, life and health sciences, and the humanities aren't broken out.]</a:t>
            </a:r>
          </a:p>
          <a:p>
            <a:pPr marL="0" indent="0">
              <a:spcAft>
                <a:spcPts val="600"/>
              </a:spcAft>
              <a:buNone/>
            </a:pPr>
            <a:r>
              <a:rPr lang="en" sz="1200"/>
              <a:t xml:space="preserve">Row four: they find the effect of distance on citation is tiny and shrinking, but country bias itself does not fade over two decades. Our conference corpus looks like that. Our journal corpus doesn't — it's shedding insularity faster than science at large. So the interesting DH result isn't that it's insular; it's that one half of it is stopping.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6" name="Shape 1646"/>
        <p:cNvGrpSpPr/>
        <p:nvPr/>
      </p:nvGrpSpPr>
      <p:grpSpPr>
        <a:xfrm>
          <a:off x="0" y="0"/>
          <a:ext cx="0" cy="0"/>
          <a:chOff x="0" y="0"/>
          <a:chExt cx="0" cy="0"/>
        </a:xfrm>
      </p:grpSpPr>
      <p:sp>
        <p:nvSpPr>
          <p:cNvPr id="1647" name="Google Shape;1647;g1a624180a3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8" name="Google Shape;1648;g1a624180a3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marL="0" indent="0">
              <a:spcAft>
                <a:spcPts val="600"/>
              </a:spcAft>
              <a:buNone/>
            </a:pPr>
            <a:r>
              <a:rPr lang="en" sz="1200"/>
              <a:t xml:space="preserve">Caveats, quickly. The conference network is reconstructed from text, so three filters compound: a reference has to be parseable, present in OpenAlex, and carry country metadata. That tilts the conference sample toward English-language, recent, well-formatted work — which cuts against exactly the multilingual and Global South questions we care about. Treat the conference line as indicative. Only ADHO and DHd clear the citation floor; every other regional series resolves to nothing. On the journal side: the keyword search favours work that calls itself DH; full counting inflates multi-country papers; and country is a rough proxy for language and culture.</a:t>
            </a:r>
          </a:p>
          <a:p>
            <a:pPr marL="0" indent="0">
              <a:spcAft>
                <a:spcPts val="600"/>
              </a:spcAft>
              <a:buNone/>
            </a:pPr>
            <a:r>
              <a:rPr lang="en" sz="1200"/>
              <a:t xml:space="preserve">Next: we're benchmarking DH against History, Literature, Sociology and Political Science with identical methods. And the cleanest way to settle whether the US-column difference is field or method is to fit Wu et al.'s preference model on our corpus — that's in progress.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6" name="Shape 1646"/>
        <p:cNvGrpSpPr/>
        <p:nvPr/>
      </p:nvGrpSpPr>
      <p:grpSpPr>
        <a:xfrm>
          <a:off x="0" y="0"/>
          <a:ext cx="0" cy="0"/>
          <a:chOff x="0" y="0"/>
          <a:chExt cx="0" cy="0"/>
        </a:xfrm>
      </p:grpSpPr>
      <p:sp>
        <p:nvSpPr>
          <p:cNvPr id="1647" name="Google Shape;1647;g1a624180a3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8" name="Google Shape;1648;g1a624180a3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marL="0" indent="0">
              <a:spcAft>
                <a:spcPts val="600"/>
              </a:spcAft>
              <a:buNone/>
            </a:pPr>
            <a:r>
              <a:rPr lang="en" sz="1200"/>
              <a:t xml:space="preserve">Three things. Geographic self-citation in DH is universal and significant, and it's most amplified in small national communities, not the large ones. DH journals have been shedding it for twenty years. The ADHO conference hasn't. Code, data and the conference-matching pipeline are in the repository. Thank you.</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bit.ly/2Tynxth"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 Id="rId6" Type="http://schemas.openxmlformats.org/officeDocument/2006/relationships/image" Target="../media/image1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mt="22000"/>
          </a:blip>
          <a:srcRect b="0" l="0" r="0" t="0"/>
          <a:stretch/>
        </p:blipFill>
        <p:spPr>
          <a:xfrm>
            <a:off x="25" y="0"/>
            <a:ext cx="9144003" cy="5143501"/>
          </a:xfrm>
          <a:prstGeom prst="rect">
            <a:avLst/>
          </a:prstGeom>
          <a:noFill/>
          <a:ln>
            <a:noFill/>
          </a:ln>
        </p:spPr>
      </p:pic>
      <p:sp>
        <p:nvSpPr>
          <p:cNvPr id="11" name="Google Shape;11;p2"/>
          <p:cNvSpPr/>
          <p:nvPr/>
        </p:nvSpPr>
        <p:spPr>
          <a:xfrm>
            <a:off x="190500" y="190500"/>
            <a:ext cx="8759700" cy="4762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291625" y="1041284"/>
            <a:ext cx="2053200" cy="2053200"/>
          </a:xfrm>
          <a:prstGeom prst="ellipse">
            <a:avLst/>
          </a:prstGeom>
          <a:solidFill>
            <a:srgbClr val="EFEDDE">
              <a:alpha val="61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 name="Google Shape;13;p2"/>
          <p:cNvGrpSpPr/>
          <p:nvPr/>
        </p:nvGrpSpPr>
        <p:grpSpPr>
          <a:xfrm>
            <a:off x="-73825" y="3600675"/>
            <a:ext cx="1757750" cy="841338"/>
            <a:chOff x="-73825" y="3600675"/>
            <a:chExt cx="1757750" cy="841338"/>
          </a:xfrm>
        </p:grpSpPr>
        <p:grpSp>
          <p:nvGrpSpPr>
            <p:cNvPr id="14" name="Google Shape;14;p2"/>
            <p:cNvGrpSpPr/>
            <p:nvPr/>
          </p:nvGrpSpPr>
          <p:grpSpPr>
            <a:xfrm>
              <a:off x="866125" y="3600675"/>
              <a:ext cx="817800" cy="841338"/>
              <a:chOff x="866125" y="3600675"/>
              <a:chExt cx="817800" cy="841338"/>
            </a:xfrm>
          </p:grpSpPr>
          <p:sp>
            <p:nvSpPr>
              <p:cNvPr id="15" name="Google Shape;15;p2"/>
              <p:cNvSpPr/>
              <p:nvPr/>
            </p:nvSpPr>
            <p:spPr>
              <a:xfrm>
                <a:off x="866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10227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11793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13359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14925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649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66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10227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11793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13359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14925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1649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66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10227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11793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13359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14925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1649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866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10227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11793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13359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14925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1649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866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10227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11793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13359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14925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1649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 name="Google Shape;45;p2"/>
            <p:cNvGrpSpPr/>
            <p:nvPr/>
          </p:nvGrpSpPr>
          <p:grpSpPr>
            <a:xfrm>
              <a:off x="-73825" y="3600675"/>
              <a:ext cx="817800" cy="841338"/>
              <a:chOff x="866125" y="3600675"/>
              <a:chExt cx="817800" cy="841338"/>
            </a:xfrm>
          </p:grpSpPr>
          <p:sp>
            <p:nvSpPr>
              <p:cNvPr id="46" name="Google Shape;46;p2"/>
              <p:cNvSpPr/>
              <p:nvPr/>
            </p:nvSpPr>
            <p:spPr>
              <a:xfrm>
                <a:off x="866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10227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11793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13359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14925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1649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866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a:off x="10227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a:off x="11793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13359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14925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1649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866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10227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11793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a:off x="13359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a:off x="14925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1649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a:off x="866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a:off x="10227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a:off x="11793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13359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a:off x="14925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
              <p:cNvSpPr/>
              <p:nvPr/>
            </p:nvSpPr>
            <p:spPr>
              <a:xfrm>
                <a:off x="1649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
              <p:cNvSpPr/>
              <p:nvPr/>
            </p:nvSpPr>
            <p:spPr>
              <a:xfrm>
                <a:off x="866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
              <p:cNvSpPr/>
              <p:nvPr/>
            </p:nvSpPr>
            <p:spPr>
              <a:xfrm>
                <a:off x="10227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a:off x="11793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a:off x="13359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
              <p:cNvSpPr/>
              <p:nvPr/>
            </p:nvSpPr>
            <p:spPr>
              <a:xfrm>
                <a:off x="14925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2"/>
              <p:cNvSpPr/>
              <p:nvPr/>
            </p:nvSpPr>
            <p:spPr>
              <a:xfrm>
                <a:off x="1649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6" name="Google Shape;76;p2"/>
          <p:cNvSpPr txBox="1"/>
          <p:nvPr>
            <p:ph type="ctrTitle"/>
          </p:nvPr>
        </p:nvSpPr>
        <p:spPr>
          <a:xfrm>
            <a:off x="734975" y="1710838"/>
            <a:ext cx="4337400" cy="14244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rgbClr val="191919"/>
              </a:buClr>
              <a:buSzPts val="5200"/>
              <a:buNone/>
              <a:defRPr b="0" sz="48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77" name="Google Shape;77;p2"/>
          <p:cNvSpPr txBox="1"/>
          <p:nvPr>
            <p:ph idx="1" type="subTitle"/>
          </p:nvPr>
        </p:nvSpPr>
        <p:spPr>
          <a:xfrm>
            <a:off x="734975" y="3012763"/>
            <a:ext cx="4337400" cy="4200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b="0"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78" name="Google Shape;78;p2"/>
          <p:cNvSpPr/>
          <p:nvPr>
            <p:ph idx="2" type="pic"/>
          </p:nvPr>
        </p:nvSpPr>
        <p:spPr>
          <a:xfrm>
            <a:off x="5291475" y="679950"/>
            <a:ext cx="2969400" cy="3799800"/>
          </a:xfrm>
          <a:prstGeom prst="rect">
            <a:avLst/>
          </a:prstGeom>
          <a:noFill/>
          <a:ln>
            <a:noFill/>
          </a:ln>
        </p:spPr>
      </p:sp>
      <p:sp>
        <p:nvSpPr>
          <p:cNvPr id="79" name="Google Shape;79;p2"/>
          <p:cNvSpPr txBox="1"/>
          <p:nvPr>
            <p:ph idx="12" type="sldNum"/>
          </p:nvPr>
        </p:nvSpPr>
        <p:spPr>
          <a:xfrm>
            <a:off x="8250500" y="4608500"/>
            <a:ext cx="695100" cy="279300"/>
          </a:xfrm>
          <a:prstGeom prst="rect">
            <a:avLst/>
          </a:prstGeom>
        </p:spPr>
        <p:txBody>
          <a:bodyPr anchorCtr="0" anchor="ctr" bIns="91425" lIns="91425" spcFirstLastPara="1" rIns="91425" wrap="square" tIns="91425">
            <a:noAutofit/>
          </a:bodyPr>
          <a:lstStyle>
            <a:lvl1pPr lvl="0" algn="ctr">
              <a:buNone/>
              <a:defRPr b="1" sz="1900">
                <a:solidFill>
                  <a:schemeClr val="lt1"/>
                </a:solidFill>
                <a:latin typeface="Bebas Neue"/>
                <a:ea typeface="Bebas Neue"/>
                <a:cs typeface="Bebas Neue"/>
                <a:sym typeface="Bebas Neue"/>
              </a:defRPr>
            </a:lvl1pPr>
            <a:lvl2pPr lvl="1" algn="ctr">
              <a:buNone/>
              <a:defRPr b="1" sz="1900">
                <a:solidFill>
                  <a:schemeClr val="lt1"/>
                </a:solidFill>
                <a:latin typeface="Bebas Neue"/>
                <a:ea typeface="Bebas Neue"/>
                <a:cs typeface="Bebas Neue"/>
                <a:sym typeface="Bebas Neue"/>
              </a:defRPr>
            </a:lvl2pPr>
            <a:lvl3pPr lvl="2" algn="ctr">
              <a:buNone/>
              <a:defRPr b="1" sz="1900">
                <a:solidFill>
                  <a:schemeClr val="lt1"/>
                </a:solidFill>
                <a:latin typeface="Bebas Neue"/>
                <a:ea typeface="Bebas Neue"/>
                <a:cs typeface="Bebas Neue"/>
                <a:sym typeface="Bebas Neue"/>
              </a:defRPr>
            </a:lvl3pPr>
            <a:lvl4pPr lvl="3" algn="ctr">
              <a:buNone/>
              <a:defRPr b="1" sz="1900">
                <a:solidFill>
                  <a:schemeClr val="lt1"/>
                </a:solidFill>
                <a:latin typeface="Bebas Neue"/>
                <a:ea typeface="Bebas Neue"/>
                <a:cs typeface="Bebas Neue"/>
                <a:sym typeface="Bebas Neue"/>
              </a:defRPr>
            </a:lvl4pPr>
            <a:lvl5pPr lvl="4" algn="ctr">
              <a:buNone/>
              <a:defRPr b="1" sz="1900">
                <a:solidFill>
                  <a:schemeClr val="lt1"/>
                </a:solidFill>
                <a:latin typeface="Bebas Neue"/>
                <a:ea typeface="Bebas Neue"/>
                <a:cs typeface="Bebas Neue"/>
                <a:sym typeface="Bebas Neue"/>
              </a:defRPr>
            </a:lvl5pPr>
            <a:lvl6pPr lvl="5" algn="ctr">
              <a:buNone/>
              <a:defRPr b="1" sz="1900">
                <a:solidFill>
                  <a:schemeClr val="lt1"/>
                </a:solidFill>
                <a:latin typeface="Bebas Neue"/>
                <a:ea typeface="Bebas Neue"/>
                <a:cs typeface="Bebas Neue"/>
                <a:sym typeface="Bebas Neue"/>
              </a:defRPr>
            </a:lvl6pPr>
            <a:lvl7pPr lvl="6" algn="ctr">
              <a:buNone/>
              <a:defRPr b="1" sz="1900">
                <a:solidFill>
                  <a:schemeClr val="lt1"/>
                </a:solidFill>
                <a:latin typeface="Bebas Neue"/>
                <a:ea typeface="Bebas Neue"/>
                <a:cs typeface="Bebas Neue"/>
                <a:sym typeface="Bebas Neue"/>
              </a:defRPr>
            </a:lvl7pPr>
            <a:lvl8pPr lvl="7" algn="ctr">
              <a:buNone/>
              <a:defRPr b="1" sz="1900">
                <a:solidFill>
                  <a:schemeClr val="lt1"/>
                </a:solidFill>
                <a:latin typeface="Bebas Neue"/>
                <a:ea typeface="Bebas Neue"/>
                <a:cs typeface="Bebas Neue"/>
                <a:sym typeface="Bebas Neue"/>
              </a:defRPr>
            </a:lvl8pPr>
            <a:lvl9pPr lvl="8" algn="ctr">
              <a:buNone/>
              <a:defRPr b="1" sz="1900">
                <a:solidFill>
                  <a:schemeClr val="lt1"/>
                </a:solidFill>
                <a:latin typeface="Bebas Neue"/>
                <a:ea typeface="Bebas Neue"/>
                <a:cs typeface="Bebas Neue"/>
                <a:sym typeface="Bebas Neu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0" name="Shape 80"/>
        <p:cNvGrpSpPr/>
        <p:nvPr/>
      </p:nvGrpSpPr>
      <p:grpSpPr>
        <a:xfrm>
          <a:off x="0" y="0"/>
          <a:ext cx="0" cy="0"/>
          <a:chOff x="0" y="0"/>
          <a:chExt cx="0" cy="0"/>
        </a:xfrm>
      </p:grpSpPr>
      <p:pic>
        <p:nvPicPr>
          <p:cNvPr id="81" name="Google Shape;81;p3"/>
          <p:cNvPicPr preferRelativeResize="0"/>
          <p:nvPr/>
        </p:nvPicPr>
        <p:blipFill rotWithShape="1">
          <a:blip r:embed="rId2">
            <a:alphaModFix amt="22000"/>
          </a:blip>
          <a:srcRect b="0" l="0" r="0" t="0"/>
          <a:stretch/>
        </p:blipFill>
        <p:spPr>
          <a:xfrm>
            <a:off x="25" y="0"/>
            <a:ext cx="9144003" cy="5143501"/>
          </a:xfrm>
          <a:prstGeom prst="rect">
            <a:avLst/>
          </a:prstGeom>
          <a:noFill/>
          <a:ln>
            <a:noFill/>
          </a:ln>
        </p:spPr>
      </p:pic>
      <p:sp>
        <p:nvSpPr>
          <p:cNvPr id="82" name="Google Shape;82;p3"/>
          <p:cNvSpPr txBox="1"/>
          <p:nvPr>
            <p:ph type="title"/>
          </p:nvPr>
        </p:nvSpPr>
        <p:spPr>
          <a:xfrm>
            <a:off x="5048375" y="2091550"/>
            <a:ext cx="2734200" cy="10929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b="0" sz="32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83" name="Google Shape;83;p3"/>
          <p:cNvSpPr txBox="1"/>
          <p:nvPr>
            <p:ph hasCustomPrompt="1" idx="2" type="title"/>
          </p:nvPr>
        </p:nvSpPr>
        <p:spPr>
          <a:xfrm>
            <a:off x="5048363" y="977363"/>
            <a:ext cx="1729200" cy="12756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6000"/>
              <a:buNone/>
              <a:defRPr i="1" sz="93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84" name="Google Shape;84;p3"/>
          <p:cNvSpPr txBox="1"/>
          <p:nvPr>
            <p:ph idx="1" type="subTitle"/>
          </p:nvPr>
        </p:nvSpPr>
        <p:spPr>
          <a:xfrm>
            <a:off x="5048375" y="3184450"/>
            <a:ext cx="2734200" cy="673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b="0"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5" name="Google Shape;85;p3"/>
          <p:cNvSpPr/>
          <p:nvPr/>
        </p:nvSpPr>
        <p:spPr>
          <a:xfrm>
            <a:off x="190500" y="190500"/>
            <a:ext cx="8759700" cy="4762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
          <p:cNvSpPr txBox="1"/>
          <p:nvPr>
            <p:ph idx="12" type="sldNum"/>
          </p:nvPr>
        </p:nvSpPr>
        <p:spPr>
          <a:xfrm>
            <a:off x="8250500" y="4608500"/>
            <a:ext cx="695100" cy="279300"/>
          </a:xfrm>
          <a:prstGeom prst="rect">
            <a:avLst/>
          </a:prstGeom>
        </p:spPr>
        <p:txBody>
          <a:bodyPr anchorCtr="0" anchor="ctr" bIns="91425" lIns="91425" spcFirstLastPara="1" rIns="91425" wrap="square" tIns="91425">
            <a:noAutofit/>
          </a:bodyPr>
          <a:lstStyle>
            <a:lvl1pPr lvl="0" rtl="0" algn="ctr">
              <a:buNone/>
              <a:defRPr b="1" sz="1900">
                <a:solidFill>
                  <a:schemeClr val="lt1"/>
                </a:solidFill>
                <a:latin typeface="Bebas Neue"/>
                <a:ea typeface="Bebas Neue"/>
                <a:cs typeface="Bebas Neue"/>
                <a:sym typeface="Bebas Neue"/>
              </a:defRPr>
            </a:lvl1pPr>
            <a:lvl2pPr lvl="1" rtl="0" algn="ctr">
              <a:buNone/>
              <a:defRPr b="1" sz="1900">
                <a:solidFill>
                  <a:schemeClr val="lt1"/>
                </a:solidFill>
                <a:latin typeface="Bebas Neue"/>
                <a:ea typeface="Bebas Neue"/>
                <a:cs typeface="Bebas Neue"/>
                <a:sym typeface="Bebas Neue"/>
              </a:defRPr>
            </a:lvl2pPr>
            <a:lvl3pPr lvl="2" rtl="0" algn="ctr">
              <a:buNone/>
              <a:defRPr b="1" sz="1900">
                <a:solidFill>
                  <a:schemeClr val="lt1"/>
                </a:solidFill>
                <a:latin typeface="Bebas Neue"/>
                <a:ea typeface="Bebas Neue"/>
                <a:cs typeface="Bebas Neue"/>
                <a:sym typeface="Bebas Neue"/>
              </a:defRPr>
            </a:lvl3pPr>
            <a:lvl4pPr lvl="3" rtl="0" algn="ctr">
              <a:buNone/>
              <a:defRPr b="1" sz="1900">
                <a:solidFill>
                  <a:schemeClr val="lt1"/>
                </a:solidFill>
                <a:latin typeface="Bebas Neue"/>
                <a:ea typeface="Bebas Neue"/>
                <a:cs typeface="Bebas Neue"/>
                <a:sym typeface="Bebas Neue"/>
              </a:defRPr>
            </a:lvl4pPr>
            <a:lvl5pPr lvl="4" rtl="0" algn="ctr">
              <a:buNone/>
              <a:defRPr b="1" sz="1900">
                <a:solidFill>
                  <a:schemeClr val="lt1"/>
                </a:solidFill>
                <a:latin typeface="Bebas Neue"/>
                <a:ea typeface="Bebas Neue"/>
                <a:cs typeface="Bebas Neue"/>
                <a:sym typeface="Bebas Neue"/>
              </a:defRPr>
            </a:lvl5pPr>
            <a:lvl6pPr lvl="5" rtl="0" algn="ctr">
              <a:buNone/>
              <a:defRPr b="1" sz="1900">
                <a:solidFill>
                  <a:schemeClr val="lt1"/>
                </a:solidFill>
                <a:latin typeface="Bebas Neue"/>
                <a:ea typeface="Bebas Neue"/>
                <a:cs typeface="Bebas Neue"/>
                <a:sym typeface="Bebas Neue"/>
              </a:defRPr>
            </a:lvl6pPr>
            <a:lvl7pPr lvl="6" rtl="0" algn="ctr">
              <a:buNone/>
              <a:defRPr b="1" sz="1900">
                <a:solidFill>
                  <a:schemeClr val="lt1"/>
                </a:solidFill>
                <a:latin typeface="Bebas Neue"/>
                <a:ea typeface="Bebas Neue"/>
                <a:cs typeface="Bebas Neue"/>
                <a:sym typeface="Bebas Neue"/>
              </a:defRPr>
            </a:lvl7pPr>
            <a:lvl8pPr lvl="7" rtl="0" algn="ctr">
              <a:buNone/>
              <a:defRPr b="1" sz="1900">
                <a:solidFill>
                  <a:schemeClr val="lt1"/>
                </a:solidFill>
                <a:latin typeface="Bebas Neue"/>
                <a:ea typeface="Bebas Neue"/>
                <a:cs typeface="Bebas Neue"/>
                <a:sym typeface="Bebas Neue"/>
              </a:defRPr>
            </a:lvl8pPr>
            <a:lvl9pPr lvl="8" rtl="0" algn="ctr">
              <a:buNone/>
              <a:defRPr b="1" sz="1900">
                <a:solidFill>
                  <a:schemeClr val="lt1"/>
                </a:solidFill>
                <a:latin typeface="Bebas Neue"/>
                <a:ea typeface="Bebas Neue"/>
                <a:cs typeface="Bebas Neue"/>
                <a:sym typeface="Bebas Neue"/>
              </a:defRPr>
            </a:lvl9pPr>
          </a:lstStyle>
          <a:p>
            <a:pPr indent="0" lvl="0" marL="0" rtl="0" algn="ctr">
              <a:spcBef>
                <a:spcPts val="0"/>
              </a:spcBef>
              <a:spcAft>
                <a:spcPts val="0"/>
              </a:spcAft>
              <a:buNone/>
            </a:pPr>
            <a:fld id="{00000000-1234-1234-1234-123412341234}" type="slidenum">
              <a:rPr lang="en"/>
              <a:t>‹#›</a:t>
            </a:fld>
            <a:endParaRPr/>
          </a:p>
        </p:txBody>
      </p:sp>
      <p:sp>
        <p:nvSpPr>
          <p:cNvPr id="87" name="Google Shape;87;p3"/>
          <p:cNvSpPr/>
          <p:nvPr>
            <p:ph idx="3" type="pic"/>
          </p:nvPr>
        </p:nvSpPr>
        <p:spPr>
          <a:xfrm>
            <a:off x="1065075" y="535100"/>
            <a:ext cx="3507000" cy="4073400"/>
          </a:xfrm>
          <a:prstGeom prst="rect">
            <a:avLst/>
          </a:prstGeom>
          <a:noFill/>
          <a:ln>
            <a:noFill/>
          </a:ln>
        </p:spPr>
      </p:sp>
      <p:grpSp>
        <p:nvGrpSpPr>
          <p:cNvPr id="88" name="Google Shape;88;p3"/>
          <p:cNvGrpSpPr/>
          <p:nvPr/>
        </p:nvGrpSpPr>
        <p:grpSpPr>
          <a:xfrm>
            <a:off x="-69575" y="3315325"/>
            <a:ext cx="817800" cy="841338"/>
            <a:chOff x="866125" y="3600675"/>
            <a:chExt cx="817800" cy="841338"/>
          </a:xfrm>
        </p:grpSpPr>
        <p:sp>
          <p:nvSpPr>
            <p:cNvPr id="89" name="Google Shape;89;p3"/>
            <p:cNvSpPr/>
            <p:nvPr/>
          </p:nvSpPr>
          <p:spPr>
            <a:xfrm>
              <a:off x="866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3"/>
            <p:cNvSpPr/>
            <p:nvPr/>
          </p:nvSpPr>
          <p:spPr>
            <a:xfrm>
              <a:off x="10227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
            <p:cNvSpPr/>
            <p:nvPr/>
          </p:nvSpPr>
          <p:spPr>
            <a:xfrm>
              <a:off x="11793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
            <p:cNvSpPr/>
            <p:nvPr/>
          </p:nvSpPr>
          <p:spPr>
            <a:xfrm>
              <a:off x="13359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
            <p:cNvSpPr/>
            <p:nvPr/>
          </p:nvSpPr>
          <p:spPr>
            <a:xfrm>
              <a:off x="14925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
            <p:cNvSpPr/>
            <p:nvPr/>
          </p:nvSpPr>
          <p:spPr>
            <a:xfrm>
              <a:off x="1649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
            <p:cNvSpPr/>
            <p:nvPr/>
          </p:nvSpPr>
          <p:spPr>
            <a:xfrm>
              <a:off x="866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3"/>
            <p:cNvSpPr/>
            <p:nvPr/>
          </p:nvSpPr>
          <p:spPr>
            <a:xfrm>
              <a:off x="10227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
            <p:cNvSpPr/>
            <p:nvPr/>
          </p:nvSpPr>
          <p:spPr>
            <a:xfrm>
              <a:off x="11793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
            <p:cNvSpPr/>
            <p:nvPr/>
          </p:nvSpPr>
          <p:spPr>
            <a:xfrm>
              <a:off x="13359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3"/>
            <p:cNvSpPr/>
            <p:nvPr/>
          </p:nvSpPr>
          <p:spPr>
            <a:xfrm>
              <a:off x="14925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3"/>
            <p:cNvSpPr/>
            <p:nvPr/>
          </p:nvSpPr>
          <p:spPr>
            <a:xfrm>
              <a:off x="1649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3"/>
            <p:cNvSpPr/>
            <p:nvPr/>
          </p:nvSpPr>
          <p:spPr>
            <a:xfrm>
              <a:off x="866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
            <p:cNvSpPr/>
            <p:nvPr/>
          </p:nvSpPr>
          <p:spPr>
            <a:xfrm>
              <a:off x="10227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3"/>
            <p:cNvSpPr/>
            <p:nvPr/>
          </p:nvSpPr>
          <p:spPr>
            <a:xfrm>
              <a:off x="11793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3"/>
            <p:cNvSpPr/>
            <p:nvPr/>
          </p:nvSpPr>
          <p:spPr>
            <a:xfrm>
              <a:off x="13359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3"/>
            <p:cNvSpPr/>
            <p:nvPr/>
          </p:nvSpPr>
          <p:spPr>
            <a:xfrm>
              <a:off x="14925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
            <p:cNvSpPr/>
            <p:nvPr/>
          </p:nvSpPr>
          <p:spPr>
            <a:xfrm>
              <a:off x="1649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
            <p:cNvSpPr/>
            <p:nvPr/>
          </p:nvSpPr>
          <p:spPr>
            <a:xfrm>
              <a:off x="866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
            <p:cNvSpPr/>
            <p:nvPr/>
          </p:nvSpPr>
          <p:spPr>
            <a:xfrm>
              <a:off x="10227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3"/>
            <p:cNvSpPr/>
            <p:nvPr/>
          </p:nvSpPr>
          <p:spPr>
            <a:xfrm>
              <a:off x="11793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3"/>
            <p:cNvSpPr/>
            <p:nvPr/>
          </p:nvSpPr>
          <p:spPr>
            <a:xfrm>
              <a:off x="13359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
            <p:cNvSpPr/>
            <p:nvPr/>
          </p:nvSpPr>
          <p:spPr>
            <a:xfrm>
              <a:off x="14925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3"/>
            <p:cNvSpPr/>
            <p:nvPr/>
          </p:nvSpPr>
          <p:spPr>
            <a:xfrm>
              <a:off x="1649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
            <p:cNvSpPr/>
            <p:nvPr/>
          </p:nvSpPr>
          <p:spPr>
            <a:xfrm>
              <a:off x="866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
            <p:cNvSpPr/>
            <p:nvPr/>
          </p:nvSpPr>
          <p:spPr>
            <a:xfrm>
              <a:off x="10227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
            <p:cNvSpPr/>
            <p:nvPr/>
          </p:nvSpPr>
          <p:spPr>
            <a:xfrm>
              <a:off x="11793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3"/>
            <p:cNvSpPr/>
            <p:nvPr/>
          </p:nvSpPr>
          <p:spPr>
            <a:xfrm>
              <a:off x="13359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3"/>
            <p:cNvSpPr/>
            <p:nvPr/>
          </p:nvSpPr>
          <p:spPr>
            <a:xfrm>
              <a:off x="14925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3"/>
            <p:cNvSpPr/>
            <p:nvPr/>
          </p:nvSpPr>
          <p:spPr>
            <a:xfrm>
              <a:off x="1649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 name="Google Shape;119;p3"/>
          <p:cNvGrpSpPr/>
          <p:nvPr/>
        </p:nvGrpSpPr>
        <p:grpSpPr>
          <a:xfrm>
            <a:off x="856125" y="3315325"/>
            <a:ext cx="817800" cy="841338"/>
            <a:chOff x="866125" y="3600675"/>
            <a:chExt cx="817800" cy="841338"/>
          </a:xfrm>
        </p:grpSpPr>
        <p:sp>
          <p:nvSpPr>
            <p:cNvPr id="120" name="Google Shape;120;p3"/>
            <p:cNvSpPr/>
            <p:nvPr/>
          </p:nvSpPr>
          <p:spPr>
            <a:xfrm>
              <a:off x="866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3"/>
            <p:cNvSpPr/>
            <p:nvPr/>
          </p:nvSpPr>
          <p:spPr>
            <a:xfrm>
              <a:off x="10227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3"/>
            <p:cNvSpPr/>
            <p:nvPr/>
          </p:nvSpPr>
          <p:spPr>
            <a:xfrm>
              <a:off x="11793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3"/>
            <p:cNvSpPr/>
            <p:nvPr/>
          </p:nvSpPr>
          <p:spPr>
            <a:xfrm>
              <a:off x="13359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3"/>
            <p:cNvSpPr/>
            <p:nvPr/>
          </p:nvSpPr>
          <p:spPr>
            <a:xfrm>
              <a:off x="14925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3"/>
            <p:cNvSpPr/>
            <p:nvPr/>
          </p:nvSpPr>
          <p:spPr>
            <a:xfrm>
              <a:off x="1649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3"/>
            <p:cNvSpPr/>
            <p:nvPr/>
          </p:nvSpPr>
          <p:spPr>
            <a:xfrm>
              <a:off x="866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3"/>
            <p:cNvSpPr/>
            <p:nvPr/>
          </p:nvSpPr>
          <p:spPr>
            <a:xfrm>
              <a:off x="10227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3"/>
            <p:cNvSpPr/>
            <p:nvPr/>
          </p:nvSpPr>
          <p:spPr>
            <a:xfrm>
              <a:off x="11793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3"/>
            <p:cNvSpPr/>
            <p:nvPr/>
          </p:nvSpPr>
          <p:spPr>
            <a:xfrm>
              <a:off x="13359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3"/>
            <p:cNvSpPr/>
            <p:nvPr/>
          </p:nvSpPr>
          <p:spPr>
            <a:xfrm>
              <a:off x="14925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3"/>
            <p:cNvSpPr/>
            <p:nvPr/>
          </p:nvSpPr>
          <p:spPr>
            <a:xfrm>
              <a:off x="1649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3"/>
            <p:cNvSpPr/>
            <p:nvPr/>
          </p:nvSpPr>
          <p:spPr>
            <a:xfrm>
              <a:off x="866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3"/>
            <p:cNvSpPr/>
            <p:nvPr/>
          </p:nvSpPr>
          <p:spPr>
            <a:xfrm>
              <a:off x="10227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3"/>
            <p:cNvSpPr/>
            <p:nvPr/>
          </p:nvSpPr>
          <p:spPr>
            <a:xfrm>
              <a:off x="11793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3"/>
            <p:cNvSpPr/>
            <p:nvPr/>
          </p:nvSpPr>
          <p:spPr>
            <a:xfrm>
              <a:off x="13359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3"/>
            <p:cNvSpPr/>
            <p:nvPr/>
          </p:nvSpPr>
          <p:spPr>
            <a:xfrm>
              <a:off x="14925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3"/>
            <p:cNvSpPr/>
            <p:nvPr/>
          </p:nvSpPr>
          <p:spPr>
            <a:xfrm>
              <a:off x="1649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3"/>
            <p:cNvSpPr/>
            <p:nvPr/>
          </p:nvSpPr>
          <p:spPr>
            <a:xfrm>
              <a:off x="866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3"/>
            <p:cNvSpPr/>
            <p:nvPr/>
          </p:nvSpPr>
          <p:spPr>
            <a:xfrm>
              <a:off x="10227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3"/>
            <p:cNvSpPr/>
            <p:nvPr/>
          </p:nvSpPr>
          <p:spPr>
            <a:xfrm>
              <a:off x="11793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3"/>
            <p:cNvSpPr/>
            <p:nvPr/>
          </p:nvSpPr>
          <p:spPr>
            <a:xfrm>
              <a:off x="13359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3"/>
            <p:cNvSpPr/>
            <p:nvPr/>
          </p:nvSpPr>
          <p:spPr>
            <a:xfrm>
              <a:off x="14925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3"/>
            <p:cNvSpPr/>
            <p:nvPr/>
          </p:nvSpPr>
          <p:spPr>
            <a:xfrm>
              <a:off x="1649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3"/>
            <p:cNvSpPr/>
            <p:nvPr/>
          </p:nvSpPr>
          <p:spPr>
            <a:xfrm>
              <a:off x="866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3"/>
            <p:cNvSpPr/>
            <p:nvPr/>
          </p:nvSpPr>
          <p:spPr>
            <a:xfrm>
              <a:off x="10227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3"/>
            <p:cNvSpPr/>
            <p:nvPr/>
          </p:nvSpPr>
          <p:spPr>
            <a:xfrm>
              <a:off x="11793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3"/>
            <p:cNvSpPr/>
            <p:nvPr/>
          </p:nvSpPr>
          <p:spPr>
            <a:xfrm>
              <a:off x="13359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3"/>
            <p:cNvSpPr/>
            <p:nvPr/>
          </p:nvSpPr>
          <p:spPr>
            <a:xfrm>
              <a:off x="14925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3"/>
            <p:cNvSpPr/>
            <p:nvPr/>
          </p:nvSpPr>
          <p:spPr>
            <a:xfrm>
              <a:off x="1649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 name="Google Shape;150;p3"/>
          <p:cNvGrpSpPr/>
          <p:nvPr/>
        </p:nvGrpSpPr>
        <p:grpSpPr>
          <a:xfrm>
            <a:off x="-69575" y="2343100"/>
            <a:ext cx="817800" cy="841338"/>
            <a:chOff x="866125" y="3600675"/>
            <a:chExt cx="817800" cy="841338"/>
          </a:xfrm>
        </p:grpSpPr>
        <p:sp>
          <p:nvSpPr>
            <p:cNvPr id="151" name="Google Shape;151;p3"/>
            <p:cNvSpPr/>
            <p:nvPr/>
          </p:nvSpPr>
          <p:spPr>
            <a:xfrm>
              <a:off x="866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3"/>
            <p:cNvSpPr/>
            <p:nvPr/>
          </p:nvSpPr>
          <p:spPr>
            <a:xfrm>
              <a:off x="10227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3"/>
            <p:cNvSpPr/>
            <p:nvPr/>
          </p:nvSpPr>
          <p:spPr>
            <a:xfrm>
              <a:off x="11793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3"/>
            <p:cNvSpPr/>
            <p:nvPr/>
          </p:nvSpPr>
          <p:spPr>
            <a:xfrm>
              <a:off x="13359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3"/>
            <p:cNvSpPr/>
            <p:nvPr/>
          </p:nvSpPr>
          <p:spPr>
            <a:xfrm>
              <a:off x="14925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3"/>
            <p:cNvSpPr/>
            <p:nvPr/>
          </p:nvSpPr>
          <p:spPr>
            <a:xfrm>
              <a:off x="1649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3"/>
            <p:cNvSpPr/>
            <p:nvPr/>
          </p:nvSpPr>
          <p:spPr>
            <a:xfrm>
              <a:off x="866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3"/>
            <p:cNvSpPr/>
            <p:nvPr/>
          </p:nvSpPr>
          <p:spPr>
            <a:xfrm>
              <a:off x="10227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3"/>
            <p:cNvSpPr/>
            <p:nvPr/>
          </p:nvSpPr>
          <p:spPr>
            <a:xfrm>
              <a:off x="11793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3"/>
            <p:cNvSpPr/>
            <p:nvPr/>
          </p:nvSpPr>
          <p:spPr>
            <a:xfrm>
              <a:off x="13359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3"/>
            <p:cNvSpPr/>
            <p:nvPr/>
          </p:nvSpPr>
          <p:spPr>
            <a:xfrm>
              <a:off x="14925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3"/>
            <p:cNvSpPr/>
            <p:nvPr/>
          </p:nvSpPr>
          <p:spPr>
            <a:xfrm>
              <a:off x="1649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3"/>
            <p:cNvSpPr/>
            <p:nvPr/>
          </p:nvSpPr>
          <p:spPr>
            <a:xfrm>
              <a:off x="866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3"/>
            <p:cNvSpPr/>
            <p:nvPr/>
          </p:nvSpPr>
          <p:spPr>
            <a:xfrm>
              <a:off x="10227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3"/>
            <p:cNvSpPr/>
            <p:nvPr/>
          </p:nvSpPr>
          <p:spPr>
            <a:xfrm>
              <a:off x="11793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3"/>
            <p:cNvSpPr/>
            <p:nvPr/>
          </p:nvSpPr>
          <p:spPr>
            <a:xfrm>
              <a:off x="13359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3"/>
            <p:cNvSpPr/>
            <p:nvPr/>
          </p:nvSpPr>
          <p:spPr>
            <a:xfrm>
              <a:off x="14925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3"/>
            <p:cNvSpPr/>
            <p:nvPr/>
          </p:nvSpPr>
          <p:spPr>
            <a:xfrm>
              <a:off x="1649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3"/>
            <p:cNvSpPr/>
            <p:nvPr/>
          </p:nvSpPr>
          <p:spPr>
            <a:xfrm>
              <a:off x="866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3"/>
            <p:cNvSpPr/>
            <p:nvPr/>
          </p:nvSpPr>
          <p:spPr>
            <a:xfrm>
              <a:off x="10227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3"/>
            <p:cNvSpPr/>
            <p:nvPr/>
          </p:nvSpPr>
          <p:spPr>
            <a:xfrm>
              <a:off x="11793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3"/>
            <p:cNvSpPr/>
            <p:nvPr/>
          </p:nvSpPr>
          <p:spPr>
            <a:xfrm>
              <a:off x="13359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3"/>
            <p:cNvSpPr/>
            <p:nvPr/>
          </p:nvSpPr>
          <p:spPr>
            <a:xfrm>
              <a:off x="14925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
            <p:cNvSpPr/>
            <p:nvPr/>
          </p:nvSpPr>
          <p:spPr>
            <a:xfrm>
              <a:off x="1649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3"/>
            <p:cNvSpPr/>
            <p:nvPr/>
          </p:nvSpPr>
          <p:spPr>
            <a:xfrm>
              <a:off x="866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3"/>
            <p:cNvSpPr/>
            <p:nvPr/>
          </p:nvSpPr>
          <p:spPr>
            <a:xfrm>
              <a:off x="10227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3"/>
            <p:cNvSpPr/>
            <p:nvPr/>
          </p:nvSpPr>
          <p:spPr>
            <a:xfrm>
              <a:off x="11793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3"/>
            <p:cNvSpPr/>
            <p:nvPr/>
          </p:nvSpPr>
          <p:spPr>
            <a:xfrm>
              <a:off x="13359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3"/>
            <p:cNvSpPr/>
            <p:nvPr/>
          </p:nvSpPr>
          <p:spPr>
            <a:xfrm>
              <a:off x="14925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3"/>
            <p:cNvSpPr/>
            <p:nvPr/>
          </p:nvSpPr>
          <p:spPr>
            <a:xfrm>
              <a:off x="1649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1" name="Google Shape;181;p3"/>
          <p:cNvGrpSpPr/>
          <p:nvPr/>
        </p:nvGrpSpPr>
        <p:grpSpPr>
          <a:xfrm>
            <a:off x="856125" y="2343100"/>
            <a:ext cx="817800" cy="841338"/>
            <a:chOff x="866125" y="3600675"/>
            <a:chExt cx="817800" cy="841338"/>
          </a:xfrm>
        </p:grpSpPr>
        <p:sp>
          <p:nvSpPr>
            <p:cNvPr id="182" name="Google Shape;182;p3"/>
            <p:cNvSpPr/>
            <p:nvPr/>
          </p:nvSpPr>
          <p:spPr>
            <a:xfrm>
              <a:off x="866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3"/>
            <p:cNvSpPr/>
            <p:nvPr/>
          </p:nvSpPr>
          <p:spPr>
            <a:xfrm>
              <a:off x="10227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3"/>
            <p:cNvSpPr/>
            <p:nvPr/>
          </p:nvSpPr>
          <p:spPr>
            <a:xfrm>
              <a:off x="11793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3"/>
            <p:cNvSpPr/>
            <p:nvPr/>
          </p:nvSpPr>
          <p:spPr>
            <a:xfrm>
              <a:off x="13359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3"/>
            <p:cNvSpPr/>
            <p:nvPr/>
          </p:nvSpPr>
          <p:spPr>
            <a:xfrm>
              <a:off x="14925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3"/>
            <p:cNvSpPr/>
            <p:nvPr/>
          </p:nvSpPr>
          <p:spPr>
            <a:xfrm>
              <a:off x="1649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3"/>
            <p:cNvSpPr/>
            <p:nvPr/>
          </p:nvSpPr>
          <p:spPr>
            <a:xfrm>
              <a:off x="866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3"/>
            <p:cNvSpPr/>
            <p:nvPr/>
          </p:nvSpPr>
          <p:spPr>
            <a:xfrm>
              <a:off x="10227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3"/>
            <p:cNvSpPr/>
            <p:nvPr/>
          </p:nvSpPr>
          <p:spPr>
            <a:xfrm>
              <a:off x="11793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3"/>
            <p:cNvSpPr/>
            <p:nvPr/>
          </p:nvSpPr>
          <p:spPr>
            <a:xfrm>
              <a:off x="13359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3"/>
            <p:cNvSpPr/>
            <p:nvPr/>
          </p:nvSpPr>
          <p:spPr>
            <a:xfrm>
              <a:off x="14925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3"/>
            <p:cNvSpPr/>
            <p:nvPr/>
          </p:nvSpPr>
          <p:spPr>
            <a:xfrm>
              <a:off x="1649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3"/>
            <p:cNvSpPr/>
            <p:nvPr/>
          </p:nvSpPr>
          <p:spPr>
            <a:xfrm>
              <a:off x="866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3"/>
            <p:cNvSpPr/>
            <p:nvPr/>
          </p:nvSpPr>
          <p:spPr>
            <a:xfrm>
              <a:off x="10227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3"/>
            <p:cNvSpPr/>
            <p:nvPr/>
          </p:nvSpPr>
          <p:spPr>
            <a:xfrm>
              <a:off x="11793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3"/>
            <p:cNvSpPr/>
            <p:nvPr/>
          </p:nvSpPr>
          <p:spPr>
            <a:xfrm>
              <a:off x="13359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3"/>
            <p:cNvSpPr/>
            <p:nvPr/>
          </p:nvSpPr>
          <p:spPr>
            <a:xfrm>
              <a:off x="14925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3"/>
            <p:cNvSpPr/>
            <p:nvPr/>
          </p:nvSpPr>
          <p:spPr>
            <a:xfrm>
              <a:off x="1649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3"/>
            <p:cNvSpPr/>
            <p:nvPr/>
          </p:nvSpPr>
          <p:spPr>
            <a:xfrm>
              <a:off x="866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3"/>
            <p:cNvSpPr/>
            <p:nvPr/>
          </p:nvSpPr>
          <p:spPr>
            <a:xfrm>
              <a:off x="10227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3"/>
            <p:cNvSpPr/>
            <p:nvPr/>
          </p:nvSpPr>
          <p:spPr>
            <a:xfrm>
              <a:off x="11793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3"/>
            <p:cNvSpPr/>
            <p:nvPr/>
          </p:nvSpPr>
          <p:spPr>
            <a:xfrm>
              <a:off x="13359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3"/>
            <p:cNvSpPr/>
            <p:nvPr/>
          </p:nvSpPr>
          <p:spPr>
            <a:xfrm>
              <a:off x="14925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3"/>
            <p:cNvSpPr/>
            <p:nvPr/>
          </p:nvSpPr>
          <p:spPr>
            <a:xfrm>
              <a:off x="1649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3"/>
            <p:cNvSpPr/>
            <p:nvPr/>
          </p:nvSpPr>
          <p:spPr>
            <a:xfrm>
              <a:off x="866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3"/>
            <p:cNvSpPr/>
            <p:nvPr/>
          </p:nvSpPr>
          <p:spPr>
            <a:xfrm>
              <a:off x="10227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3"/>
            <p:cNvSpPr/>
            <p:nvPr/>
          </p:nvSpPr>
          <p:spPr>
            <a:xfrm>
              <a:off x="11793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3"/>
            <p:cNvSpPr/>
            <p:nvPr/>
          </p:nvSpPr>
          <p:spPr>
            <a:xfrm>
              <a:off x="13359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3"/>
            <p:cNvSpPr/>
            <p:nvPr/>
          </p:nvSpPr>
          <p:spPr>
            <a:xfrm>
              <a:off x="14925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3"/>
            <p:cNvSpPr/>
            <p:nvPr/>
          </p:nvSpPr>
          <p:spPr>
            <a:xfrm>
              <a:off x="1649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9001" name="RUG logo"/>
          <p:cNvPicPr>
            <a:picLocks noChangeAspect="1"/>
          </p:cNvPicPr>
          <p:nvPr/>
        </p:nvPicPr>
        <p:blipFill>
          <a:blip r:embed="rId3"/>
          <a:stretch>
            <a:fillRect/>
          </a:stretch>
        </p:blipFill>
        <p:spPr>
          <a:xfrm>
            <a:off x="7498080" y="182880"/>
            <a:ext cx="1234440" cy="28986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2" name="Shape 212"/>
        <p:cNvGrpSpPr/>
        <p:nvPr/>
      </p:nvGrpSpPr>
      <p:grpSpPr>
        <a:xfrm>
          <a:off x="0" y="0"/>
          <a:ext cx="0" cy="0"/>
          <a:chOff x="0" y="0"/>
          <a:chExt cx="0" cy="0"/>
        </a:xfrm>
      </p:grpSpPr>
      <p:pic>
        <p:nvPicPr>
          <p:cNvPr id="213" name="Google Shape;213;p4"/>
          <p:cNvPicPr preferRelativeResize="0"/>
          <p:nvPr/>
        </p:nvPicPr>
        <p:blipFill rotWithShape="1">
          <a:blip r:embed="rId2">
            <a:alphaModFix amt="22000"/>
          </a:blip>
          <a:srcRect b="0" l="0" r="0" t="0"/>
          <a:stretch/>
        </p:blipFill>
        <p:spPr>
          <a:xfrm>
            <a:off x="25" y="0"/>
            <a:ext cx="9144003" cy="5143501"/>
          </a:xfrm>
          <a:prstGeom prst="rect">
            <a:avLst/>
          </a:prstGeom>
          <a:noFill/>
          <a:ln>
            <a:noFill/>
          </a:ln>
        </p:spPr>
      </p:pic>
      <p:sp>
        <p:nvSpPr>
          <p:cNvPr id="214" name="Google Shape;214;p4"/>
          <p:cNvSpPr txBox="1"/>
          <p:nvPr>
            <p:ph type="title"/>
          </p:nvPr>
        </p:nvSpPr>
        <p:spPr>
          <a:xfrm>
            <a:off x="749725" y="457200"/>
            <a:ext cx="7644600" cy="571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600"/>
              <a:buNone/>
              <a:defRPr b="0" sz="32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15" name="Google Shape;215;p4"/>
          <p:cNvSpPr txBox="1"/>
          <p:nvPr>
            <p:ph idx="1" type="body"/>
          </p:nvPr>
        </p:nvSpPr>
        <p:spPr>
          <a:xfrm>
            <a:off x="980425" y="1000500"/>
            <a:ext cx="7183200" cy="33999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dk1"/>
              </a:buClr>
              <a:buSzPts val="1400"/>
              <a:buChar char="●"/>
              <a:defRPr b="0"/>
            </a:lvl1pPr>
            <a:lvl2pPr indent="-317500" lvl="1" marL="914400" rtl="0">
              <a:lnSpc>
                <a:spcPct val="115000"/>
              </a:lnSpc>
              <a:spcBef>
                <a:spcPts val="0"/>
              </a:spcBef>
              <a:spcAft>
                <a:spcPts val="0"/>
              </a:spcAft>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0"/>
              </a:spcBef>
              <a:spcAft>
                <a:spcPts val="0"/>
              </a:spcAft>
              <a:buSzPts val="1400"/>
              <a:buChar char="●"/>
              <a:defRPr/>
            </a:lvl4pPr>
            <a:lvl5pPr indent="-317500" lvl="4" marL="2286000" rtl="0">
              <a:lnSpc>
                <a:spcPct val="115000"/>
              </a:lnSpc>
              <a:spcBef>
                <a:spcPts val="0"/>
              </a:spcBef>
              <a:spcAft>
                <a:spcPts val="0"/>
              </a:spcAft>
              <a:buSzPts val="1400"/>
              <a:buChar char="○"/>
              <a:defRPr/>
            </a:lvl5pPr>
            <a:lvl6pPr indent="-317500" lvl="5" marL="2743200" rtl="0">
              <a:lnSpc>
                <a:spcPct val="115000"/>
              </a:lnSpc>
              <a:spcBef>
                <a:spcPts val="0"/>
              </a:spcBef>
              <a:spcAft>
                <a:spcPts val="0"/>
              </a:spcAft>
              <a:buSzPts val="1400"/>
              <a:buChar char="■"/>
              <a:defRPr/>
            </a:lvl6pPr>
            <a:lvl7pPr indent="-317500" lvl="6" marL="3200400" rtl="0">
              <a:lnSpc>
                <a:spcPct val="115000"/>
              </a:lnSpc>
              <a:spcBef>
                <a:spcPts val="0"/>
              </a:spcBef>
              <a:spcAft>
                <a:spcPts val="0"/>
              </a:spcAft>
              <a:buSzPts val="1400"/>
              <a:buChar char="●"/>
              <a:defRPr/>
            </a:lvl7pPr>
            <a:lvl8pPr indent="-317500" lvl="7" marL="3657600" rtl="0">
              <a:lnSpc>
                <a:spcPct val="115000"/>
              </a:lnSpc>
              <a:spcBef>
                <a:spcPts val="0"/>
              </a:spcBef>
              <a:spcAft>
                <a:spcPts val="0"/>
              </a:spcAft>
              <a:buSzPts val="1400"/>
              <a:buChar char="○"/>
              <a:defRPr/>
            </a:lvl8pPr>
            <a:lvl9pPr indent="-317500" lvl="8" marL="4114800" rtl="0">
              <a:lnSpc>
                <a:spcPct val="115000"/>
              </a:lnSpc>
              <a:spcBef>
                <a:spcPts val="0"/>
              </a:spcBef>
              <a:spcAft>
                <a:spcPts val="0"/>
              </a:spcAft>
              <a:buSzPts val="1400"/>
              <a:buChar char="■"/>
              <a:defRPr/>
            </a:lvl9pPr>
          </a:lstStyle>
          <a:p/>
        </p:txBody>
      </p:sp>
      <p:sp>
        <p:nvSpPr>
          <p:cNvPr id="216" name="Google Shape;216;p4"/>
          <p:cNvSpPr/>
          <p:nvPr/>
        </p:nvSpPr>
        <p:spPr>
          <a:xfrm>
            <a:off x="190500" y="190500"/>
            <a:ext cx="8759700" cy="4762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4"/>
          <p:cNvSpPr txBox="1"/>
          <p:nvPr>
            <p:ph idx="12" type="sldNum"/>
          </p:nvPr>
        </p:nvSpPr>
        <p:spPr>
          <a:xfrm>
            <a:off x="8250500" y="4608500"/>
            <a:ext cx="695100" cy="279300"/>
          </a:xfrm>
          <a:prstGeom prst="rect">
            <a:avLst/>
          </a:prstGeom>
        </p:spPr>
        <p:txBody>
          <a:bodyPr anchorCtr="0" anchor="ctr" bIns="91425" lIns="91425" spcFirstLastPara="1" rIns="91425" wrap="square" tIns="91425">
            <a:noAutofit/>
          </a:bodyPr>
          <a:lstStyle>
            <a:lvl1pPr lvl="0" rtl="0" algn="ctr">
              <a:buNone/>
              <a:defRPr b="1" sz="1900">
                <a:solidFill>
                  <a:schemeClr val="lt1"/>
                </a:solidFill>
                <a:latin typeface="Bebas Neue"/>
                <a:ea typeface="Bebas Neue"/>
                <a:cs typeface="Bebas Neue"/>
                <a:sym typeface="Bebas Neue"/>
              </a:defRPr>
            </a:lvl1pPr>
            <a:lvl2pPr lvl="1" rtl="0" algn="ctr">
              <a:buNone/>
              <a:defRPr b="1" sz="1900">
                <a:solidFill>
                  <a:schemeClr val="lt1"/>
                </a:solidFill>
                <a:latin typeface="Bebas Neue"/>
                <a:ea typeface="Bebas Neue"/>
                <a:cs typeface="Bebas Neue"/>
                <a:sym typeface="Bebas Neue"/>
              </a:defRPr>
            </a:lvl2pPr>
            <a:lvl3pPr lvl="2" rtl="0" algn="ctr">
              <a:buNone/>
              <a:defRPr b="1" sz="1900">
                <a:solidFill>
                  <a:schemeClr val="lt1"/>
                </a:solidFill>
                <a:latin typeface="Bebas Neue"/>
                <a:ea typeface="Bebas Neue"/>
                <a:cs typeface="Bebas Neue"/>
                <a:sym typeface="Bebas Neue"/>
              </a:defRPr>
            </a:lvl3pPr>
            <a:lvl4pPr lvl="3" rtl="0" algn="ctr">
              <a:buNone/>
              <a:defRPr b="1" sz="1900">
                <a:solidFill>
                  <a:schemeClr val="lt1"/>
                </a:solidFill>
                <a:latin typeface="Bebas Neue"/>
                <a:ea typeface="Bebas Neue"/>
                <a:cs typeface="Bebas Neue"/>
                <a:sym typeface="Bebas Neue"/>
              </a:defRPr>
            </a:lvl4pPr>
            <a:lvl5pPr lvl="4" rtl="0" algn="ctr">
              <a:buNone/>
              <a:defRPr b="1" sz="1900">
                <a:solidFill>
                  <a:schemeClr val="lt1"/>
                </a:solidFill>
                <a:latin typeface="Bebas Neue"/>
                <a:ea typeface="Bebas Neue"/>
                <a:cs typeface="Bebas Neue"/>
                <a:sym typeface="Bebas Neue"/>
              </a:defRPr>
            </a:lvl5pPr>
            <a:lvl6pPr lvl="5" rtl="0" algn="ctr">
              <a:buNone/>
              <a:defRPr b="1" sz="1900">
                <a:solidFill>
                  <a:schemeClr val="lt1"/>
                </a:solidFill>
                <a:latin typeface="Bebas Neue"/>
                <a:ea typeface="Bebas Neue"/>
                <a:cs typeface="Bebas Neue"/>
                <a:sym typeface="Bebas Neue"/>
              </a:defRPr>
            </a:lvl6pPr>
            <a:lvl7pPr lvl="6" rtl="0" algn="ctr">
              <a:buNone/>
              <a:defRPr b="1" sz="1900">
                <a:solidFill>
                  <a:schemeClr val="lt1"/>
                </a:solidFill>
                <a:latin typeface="Bebas Neue"/>
                <a:ea typeface="Bebas Neue"/>
                <a:cs typeface="Bebas Neue"/>
                <a:sym typeface="Bebas Neue"/>
              </a:defRPr>
            </a:lvl7pPr>
            <a:lvl8pPr lvl="7" rtl="0" algn="ctr">
              <a:buNone/>
              <a:defRPr b="1" sz="1900">
                <a:solidFill>
                  <a:schemeClr val="lt1"/>
                </a:solidFill>
                <a:latin typeface="Bebas Neue"/>
                <a:ea typeface="Bebas Neue"/>
                <a:cs typeface="Bebas Neue"/>
                <a:sym typeface="Bebas Neue"/>
              </a:defRPr>
            </a:lvl8pPr>
            <a:lvl9pPr lvl="8" rtl="0" algn="ctr">
              <a:buNone/>
              <a:defRPr b="1" sz="1900">
                <a:solidFill>
                  <a:schemeClr val="lt1"/>
                </a:solidFill>
                <a:latin typeface="Bebas Neue"/>
                <a:ea typeface="Bebas Neue"/>
                <a:cs typeface="Bebas Neue"/>
                <a:sym typeface="Bebas Neue"/>
              </a:defRPr>
            </a:lvl9pPr>
          </a:lstStyle>
          <a:p>
            <a:pPr indent="0" lvl="0" marL="0" rtl="0" algn="ctr">
              <a:spcBef>
                <a:spcPts val="0"/>
              </a:spcBef>
              <a:spcAft>
                <a:spcPts val="0"/>
              </a:spcAft>
              <a:buNone/>
            </a:pPr>
            <a:fld id="{00000000-1234-1234-1234-123412341234}" type="slidenum">
              <a:rPr lang="en"/>
              <a:t>‹#›</a:t>
            </a:fld>
            <a:endParaRPr/>
          </a:p>
        </p:txBody>
      </p:sp>
      <p:grpSp>
        <p:nvGrpSpPr>
          <p:cNvPr id="218" name="Google Shape;218;p4"/>
          <p:cNvGrpSpPr/>
          <p:nvPr/>
        </p:nvGrpSpPr>
        <p:grpSpPr>
          <a:xfrm>
            <a:off x="866125" y="4210275"/>
            <a:ext cx="817800" cy="841338"/>
            <a:chOff x="866125" y="3600675"/>
            <a:chExt cx="817800" cy="841338"/>
          </a:xfrm>
        </p:grpSpPr>
        <p:sp>
          <p:nvSpPr>
            <p:cNvPr id="219" name="Google Shape;219;p4"/>
            <p:cNvSpPr/>
            <p:nvPr/>
          </p:nvSpPr>
          <p:spPr>
            <a:xfrm>
              <a:off x="866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4"/>
            <p:cNvSpPr/>
            <p:nvPr/>
          </p:nvSpPr>
          <p:spPr>
            <a:xfrm>
              <a:off x="10227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4"/>
            <p:cNvSpPr/>
            <p:nvPr/>
          </p:nvSpPr>
          <p:spPr>
            <a:xfrm>
              <a:off x="11793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4"/>
            <p:cNvSpPr/>
            <p:nvPr/>
          </p:nvSpPr>
          <p:spPr>
            <a:xfrm>
              <a:off x="13359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4"/>
            <p:cNvSpPr/>
            <p:nvPr/>
          </p:nvSpPr>
          <p:spPr>
            <a:xfrm>
              <a:off x="14925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4"/>
            <p:cNvSpPr/>
            <p:nvPr/>
          </p:nvSpPr>
          <p:spPr>
            <a:xfrm>
              <a:off x="1649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4"/>
            <p:cNvSpPr/>
            <p:nvPr/>
          </p:nvSpPr>
          <p:spPr>
            <a:xfrm>
              <a:off x="866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4"/>
            <p:cNvSpPr/>
            <p:nvPr/>
          </p:nvSpPr>
          <p:spPr>
            <a:xfrm>
              <a:off x="10227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4"/>
            <p:cNvSpPr/>
            <p:nvPr/>
          </p:nvSpPr>
          <p:spPr>
            <a:xfrm>
              <a:off x="11793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4"/>
            <p:cNvSpPr/>
            <p:nvPr/>
          </p:nvSpPr>
          <p:spPr>
            <a:xfrm>
              <a:off x="13359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4"/>
            <p:cNvSpPr/>
            <p:nvPr/>
          </p:nvSpPr>
          <p:spPr>
            <a:xfrm>
              <a:off x="14925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4"/>
            <p:cNvSpPr/>
            <p:nvPr/>
          </p:nvSpPr>
          <p:spPr>
            <a:xfrm>
              <a:off x="1649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4"/>
            <p:cNvSpPr/>
            <p:nvPr/>
          </p:nvSpPr>
          <p:spPr>
            <a:xfrm>
              <a:off x="866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4"/>
            <p:cNvSpPr/>
            <p:nvPr/>
          </p:nvSpPr>
          <p:spPr>
            <a:xfrm>
              <a:off x="10227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4"/>
            <p:cNvSpPr/>
            <p:nvPr/>
          </p:nvSpPr>
          <p:spPr>
            <a:xfrm>
              <a:off x="11793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4"/>
            <p:cNvSpPr/>
            <p:nvPr/>
          </p:nvSpPr>
          <p:spPr>
            <a:xfrm>
              <a:off x="13359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4"/>
            <p:cNvSpPr/>
            <p:nvPr/>
          </p:nvSpPr>
          <p:spPr>
            <a:xfrm>
              <a:off x="14925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4"/>
            <p:cNvSpPr/>
            <p:nvPr/>
          </p:nvSpPr>
          <p:spPr>
            <a:xfrm>
              <a:off x="1649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4"/>
            <p:cNvSpPr/>
            <p:nvPr/>
          </p:nvSpPr>
          <p:spPr>
            <a:xfrm>
              <a:off x="866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4"/>
            <p:cNvSpPr/>
            <p:nvPr/>
          </p:nvSpPr>
          <p:spPr>
            <a:xfrm>
              <a:off x="10227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4"/>
            <p:cNvSpPr/>
            <p:nvPr/>
          </p:nvSpPr>
          <p:spPr>
            <a:xfrm>
              <a:off x="11793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4"/>
            <p:cNvSpPr/>
            <p:nvPr/>
          </p:nvSpPr>
          <p:spPr>
            <a:xfrm>
              <a:off x="13359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4"/>
            <p:cNvSpPr/>
            <p:nvPr/>
          </p:nvSpPr>
          <p:spPr>
            <a:xfrm>
              <a:off x="14925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4"/>
            <p:cNvSpPr/>
            <p:nvPr/>
          </p:nvSpPr>
          <p:spPr>
            <a:xfrm>
              <a:off x="1649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4"/>
            <p:cNvSpPr/>
            <p:nvPr/>
          </p:nvSpPr>
          <p:spPr>
            <a:xfrm>
              <a:off x="866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4"/>
            <p:cNvSpPr/>
            <p:nvPr/>
          </p:nvSpPr>
          <p:spPr>
            <a:xfrm>
              <a:off x="10227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4"/>
            <p:cNvSpPr/>
            <p:nvPr/>
          </p:nvSpPr>
          <p:spPr>
            <a:xfrm>
              <a:off x="11793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4"/>
            <p:cNvSpPr/>
            <p:nvPr/>
          </p:nvSpPr>
          <p:spPr>
            <a:xfrm>
              <a:off x="13359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4"/>
            <p:cNvSpPr/>
            <p:nvPr/>
          </p:nvSpPr>
          <p:spPr>
            <a:xfrm>
              <a:off x="14925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4"/>
            <p:cNvSpPr/>
            <p:nvPr/>
          </p:nvSpPr>
          <p:spPr>
            <a:xfrm>
              <a:off x="1649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4"/>
          <p:cNvGrpSpPr/>
          <p:nvPr/>
        </p:nvGrpSpPr>
        <p:grpSpPr>
          <a:xfrm>
            <a:off x="8535800" y="580000"/>
            <a:ext cx="817800" cy="841338"/>
            <a:chOff x="866125" y="3600675"/>
            <a:chExt cx="817800" cy="841338"/>
          </a:xfrm>
        </p:grpSpPr>
        <p:sp>
          <p:nvSpPr>
            <p:cNvPr id="250" name="Google Shape;250;p4"/>
            <p:cNvSpPr/>
            <p:nvPr/>
          </p:nvSpPr>
          <p:spPr>
            <a:xfrm>
              <a:off x="866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4"/>
            <p:cNvSpPr/>
            <p:nvPr/>
          </p:nvSpPr>
          <p:spPr>
            <a:xfrm>
              <a:off x="10227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4"/>
            <p:cNvSpPr/>
            <p:nvPr/>
          </p:nvSpPr>
          <p:spPr>
            <a:xfrm>
              <a:off x="11793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4"/>
            <p:cNvSpPr/>
            <p:nvPr/>
          </p:nvSpPr>
          <p:spPr>
            <a:xfrm>
              <a:off x="13359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4"/>
            <p:cNvSpPr/>
            <p:nvPr/>
          </p:nvSpPr>
          <p:spPr>
            <a:xfrm>
              <a:off x="14925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4"/>
            <p:cNvSpPr/>
            <p:nvPr/>
          </p:nvSpPr>
          <p:spPr>
            <a:xfrm>
              <a:off x="1649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4"/>
            <p:cNvSpPr/>
            <p:nvPr/>
          </p:nvSpPr>
          <p:spPr>
            <a:xfrm>
              <a:off x="866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4"/>
            <p:cNvSpPr/>
            <p:nvPr/>
          </p:nvSpPr>
          <p:spPr>
            <a:xfrm>
              <a:off x="10227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4"/>
            <p:cNvSpPr/>
            <p:nvPr/>
          </p:nvSpPr>
          <p:spPr>
            <a:xfrm>
              <a:off x="11793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4"/>
            <p:cNvSpPr/>
            <p:nvPr/>
          </p:nvSpPr>
          <p:spPr>
            <a:xfrm>
              <a:off x="13359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4"/>
            <p:cNvSpPr/>
            <p:nvPr/>
          </p:nvSpPr>
          <p:spPr>
            <a:xfrm>
              <a:off x="14925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4"/>
            <p:cNvSpPr/>
            <p:nvPr/>
          </p:nvSpPr>
          <p:spPr>
            <a:xfrm>
              <a:off x="1649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4"/>
            <p:cNvSpPr/>
            <p:nvPr/>
          </p:nvSpPr>
          <p:spPr>
            <a:xfrm>
              <a:off x="866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4"/>
            <p:cNvSpPr/>
            <p:nvPr/>
          </p:nvSpPr>
          <p:spPr>
            <a:xfrm>
              <a:off x="10227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4"/>
            <p:cNvSpPr/>
            <p:nvPr/>
          </p:nvSpPr>
          <p:spPr>
            <a:xfrm>
              <a:off x="11793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4"/>
            <p:cNvSpPr/>
            <p:nvPr/>
          </p:nvSpPr>
          <p:spPr>
            <a:xfrm>
              <a:off x="13359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4"/>
            <p:cNvSpPr/>
            <p:nvPr/>
          </p:nvSpPr>
          <p:spPr>
            <a:xfrm>
              <a:off x="14925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4"/>
            <p:cNvSpPr/>
            <p:nvPr/>
          </p:nvSpPr>
          <p:spPr>
            <a:xfrm>
              <a:off x="1649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4"/>
            <p:cNvSpPr/>
            <p:nvPr/>
          </p:nvSpPr>
          <p:spPr>
            <a:xfrm>
              <a:off x="866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4"/>
            <p:cNvSpPr/>
            <p:nvPr/>
          </p:nvSpPr>
          <p:spPr>
            <a:xfrm>
              <a:off x="10227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4"/>
            <p:cNvSpPr/>
            <p:nvPr/>
          </p:nvSpPr>
          <p:spPr>
            <a:xfrm>
              <a:off x="11793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4"/>
            <p:cNvSpPr/>
            <p:nvPr/>
          </p:nvSpPr>
          <p:spPr>
            <a:xfrm>
              <a:off x="13359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4"/>
            <p:cNvSpPr/>
            <p:nvPr/>
          </p:nvSpPr>
          <p:spPr>
            <a:xfrm>
              <a:off x="14925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4"/>
            <p:cNvSpPr/>
            <p:nvPr/>
          </p:nvSpPr>
          <p:spPr>
            <a:xfrm>
              <a:off x="1649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4"/>
            <p:cNvSpPr/>
            <p:nvPr/>
          </p:nvSpPr>
          <p:spPr>
            <a:xfrm>
              <a:off x="866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4"/>
            <p:cNvSpPr/>
            <p:nvPr/>
          </p:nvSpPr>
          <p:spPr>
            <a:xfrm>
              <a:off x="10227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4"/>
            <p:cNvSpPr/>
            <p:nvPr/>
          </p:nvSpPr>
          <p:spPr>
            <a:xfrm>
              <a:off x="11793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4"/>
            <p:cNvSpPr/>
            <p:nvPr/>
          </p:nvSpPr>
          <p:spPr>
            <a:xfrm>
              <a:off x="13359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4"/>
            <p:cNvSpPr/>
            <p:nvPr/>
          </p:nvSpPr>
          <p:spPr>
            <a:xfrm>
              <a:off x="14925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4"/>
            <p:cNvSpPr/>
            <p:nvPr/>
          </p:nvSpPr>
          <p:spPr>
            <a:xfrm>
              <a:off x="1649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0" name="Google Shape;280;p4"/>
          <p:cNvSpPr/>
          <p:nvPr/>
        </p:nvSpPr>
        <p:spPr>
          <a:xfrm>
            <a:off x="6280050" y="4258925"/>
            <a:ext cx="1371000" cy="1371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001" name="RUG logo"/>
          <p:cNvPicPr>
            <a:picLocks noChangeAspect="1"/>
          </p:cNvPicPr>
          <p:nvPr/>
        </p:nvPicPr>
        <p:blipFill>
          <a:blip r:embed="rId3"/>
          <a:stretch>
            <a:fillRect/>
          </a:stretch>
        </p:blipFill>
        <p:spPr>
          <a:xfrm>
            <a:off x="7498080" y="182880"/>
            <a:ext cx="1234440" cy="28986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1" name="Shape 281"/>
        <p:cNvGrpSpPr/>
        <p:nvPr/>
      </p:nvGrpSpPr>
      <p:grpSpPr>
        <a:xfrm>
          <a:off x="0" y="0"/>
          <a:ext cx="0" cy="0"/>
          <a:chOff x="0" y="0"/>
          <a:chExt cx="0" cy="0"/>
        </a:xfrm>
      </p:grpSpPr>
      <p:pic>
        <p:nvPicPr>
          <p:cNvPr id="282" name="Google Shape;282;p5"/>
          <p:cNvPicPr preferRelativeResize="0"/>
          <p:nvPr/>
        </p:nvPicPr>
        <p:blipFill rotWithShape="1">
          <a:blip r:embed="rId2">
            <a:alphaModFix amt="22000"/>
          </a:blip>
          <a:srcRect b="0" l="0" r="0" t="0"/>
          <a:stretch/>
        </p:blipFill>
        <p:spPr>
          <a:xfrm>
            <a:off x="25" y="0"/>
            <a:ext cx="9144003" cy="5143501"/>
          </a:xfrm>
          <a:prstGeom prst="rect">
            <a:avLst/>
          </a:prstGeom>
          <a:noFill/>
          <a:ln>
            <a:noFill/>
          </a:ln>
        </p:spPr>
      </p:pic>
      <p:sp>
        <p:nvSpPr>
          <p:cNvPr id="283" name="Google Shape;283;p5"/>
          <p:cNvSpPr/>
          <p:nvPr/>
        </p:nvSpPr>
        <p:spPr>
          <a:xfrm>
            <a:off x="190500" y="190500"/>
            <a:ext cx="8759700" cy="4762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5"/>
          <p:cNvSpPr/>
          <p:nvPr/>
        </p:nvSpPr>
        <p:spPr>
          <a:xfrm rot="5400000">
            <a:off x="8063800" y="774950"/>
            <a:ext cx="1385100" cy="1318200"/>
          </a:xfrm>
          <a:prstGeom prst="rect">
            <a:avLst/>
          </a:prstGeom>
          <a:solidFill>
            <a:srgbClr val="EFEDDE">
              <a:alpha val="816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5"/>
          <p:cNvSpPr/>
          <p:nvPr/>
        </p:nvSpPr>
        <p:spPr>
          <a:xfrm>
            <a:off x="-525000" y="1776885"/>
            <a:ext cx="1455900" cy="1455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6" name="Google Shape;286;p5"/>
          <p:cNvGrpSpPr/>
          <p:nvPr/>
        </p:nvGrpSpPr>
        <p:grpSpPr>
          <a:xfrm>
            <a:off x="7387725" y="4210275"/>
            <a:ext cx="817800" cy="841338"/>
            <a:chOff x="866125" y="3600675"/>
            <a:chExt cx="817800" cy="841338"/>
          </a:xfrm>
        </p:grpSpPr>
        <p:sp>
          <p:nvSpPr>
            <p:cNvPr id="287" name="Google Shape;287;p5"/>
            <p:cNvSpPr/>
            <p:nvPr/>
          </p:nvSpPr>
          <p:spPr>
            <a:xfrm>
              <a:off x="866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5"/>
            <p:cNvSpPr/>
            <p:nvPr/>
          </p:nvSpPr>
          <p:spPr>
            <a:xfrm>
              <a:off x="10227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5"/>
            <p:cNvSpPr/>
            <p:nvPr/>
          </p:nvSpPr>
          <p:spPr>
            <a:xfrm>
              <a:off x="11793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5"/>
            <p:cNvSpPr/>
            <p:nvPr/>
          </p:nvSpPr>
          <p:spPr>
            <a:xfrm>
              <a:off x="13359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5"/>
            <p:cNvSpPr/>
            <p:nvPr/>
          </p:nvSpPr>
          <p:spPr>
            <a:xfrm>
              <a:off x="14925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5"/>
            <p:cNvSpPr/>
            <p:nvPr/>
          </p:nvSpPr>
          <p:spPr>
            <a:xfrm>
              <a:off x="1649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5"/>
            <p:cNvSpPr/>
            <p:nvPr/>
          </p:nvSpPr>
          <p:spPr>
            <a:xfrm>
              <a:off x="866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5"/>
            <p:cNvSpPr/>
            <p:nvPr/>
          </p:nvSpPr>
          <p:spPr>
            <a:xfrm>
              <a:off x="10227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5"/>
            <p:cNvSpPr/>
            <p:nvPr/>
          </p:nvSpPr>
          <p:spPr>
            <a:xfrm>
              <a:off x="11793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5"/>
            <p:cNvSpPr/>
            <p:nvPr/>
          </p:nvSpPr>
          <p:spPr>
            <a:xfrm>
              <a:off x="13359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5"/>
            <p:cNvSpPr/>
            <p:nvPr/>
          </p:nvSpPr>
          <p:spPr>
            <a:xfrm>
              <a:off x="14925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5"/>
            <p:cNvSpPr/>
            <p:nvPr/>
          </p:nvSpPr>
          <p:spPr>
            <a:xfrm>
              <a:off x="1649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5"/>
            <p:cNvSpPr/>
            <p:nvPr/>
          </p:nvSpPr>
          <p:spPr>
            <a:xfrm>
              <a:off x="866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5"/>
            <p:cNvSpPr/>
            <p:nvPr/>
          </p:nvSpPr>
          <p:spPr>
            <a:xfrm>
              <a:off x="10227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5"/>
            <p:cNvSpPr/>
            <p:nvPr/>
          </p:nvSpPr>
          <p:spPr>
            <a:xfrm>
              <a:off x="11793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5"/>
            <p:cNvSpPr/>
            <p:nvPr/>
          </p:nvSpPr>
          <p:spPr>
            <a:xfrm>
              <a:off x="13359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5"/>
            <p:cNvSpPr/>
            <p:nvPr/>
          </p:nvSpPr>
          <p:spPr>
            <a:xfrm>
              <a:off x="14925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5"/>
            <p:cNvSpPr/>
            <p:nvPr/>
          </p:nvSpPr>
          <p:spPr>
            <a:xfrm>
              <a:off x="1649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5"/>
            <p:cNvSpPr/>
            <p:nvPr/>
          </p:nvSpPr>
          <p:spPr>
            <a:xfrm>
              <a:off x="866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5"/>
            <p:cNvSpPr/>
            <p:nvPr/>
          </p:nvSpPr>
          <p:spPr>
            <a:xfrm>
              <a:off x="10227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5"/>
            <p:cNvSpPr/>
            <p:nvPr/>
          </p:nvSpPr>
          <p:spPr>
            <a:xfrm>
              <a:off x="11793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5"/>
            <p:cNvSpPr/>
            <p:nvPr/>
          </p:nvSpPr>
          <p:spPr>
            <a:xfrm>
              <a:off x="13359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5"/>
            <p:cNvSpPr/>
            <p:nvPr/>
          </p:nvSpPr>
          <p:spPr>
            <a:xfrm>
              <a:off x="14925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5"/>
            <p:cNvSpPr/>
            <p:nvPr/>
          </p:nvSpPr>
          <p:spPr>
            <a:xfrm>
              <a:off x="1649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5"/>
            <p:cNvSpPr/>
            <p:nvPr/>
          </p:nvSpPr>
          <p:spPr>
            <a:xfrm>
              <a:off x="866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5"/>
            <p:cNvSpPr/>
            <p:nvPr/>
          </p:nvSpPr>
          <p:spPr>
            <a:xfrm>
              <a:off x="10227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5"/>
            <p:cNvSpPr/>
            <p:nvPr/>
          </p:nvSpPr>
          <p:spPr>
            <a:xfrm>
              <a:off x="11793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5"/>
            <p:cNvSpPr/>
            <p:nvPr/>
          </p:nvSpPr>
          <p:spPr>
            <a:xfrm>
              <a:off x="13359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5"/>
            <p:cNvSpPr/>
            <p:nvPr/>
          </p:nvSpPr>
          <p:spPr>
            <a:xfrm>
              <a:off x="14925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5"/>
            <p:cNvSpPr/>
            <p:nvPr/>
          </p:nvSpPr>
          <p:spPr>
            <a:xfrm>
              <a:off x="1649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7" name="Google Shape;317;p5"/>
          <p:cNvGrpSpPr/>
          <p:nvPr/>
        </p:nvGrpSpPr>
        <p:grpSpPr>
          <a:xfrm>
            <a:off x="6427250" y="4210275"/>
            <a:ext cx="817800" cy="841338"/>
            <a:chOff x="866125" y="3600675"/>
            <a:chExt cx="817800" cy="841338"/>
          </a:xfrm>
        </p:grpSpPr>
        <p:sp>
          <p:nvSpPr>
            <p:cNvPr id="318" name="Google Shape;318;p5"/>
            <p:cNvSpPr/>
            <p:nvPr/>
          </p:nvSpPr>
          <p:spPr>
            <a:xfrm>
              <a:off x="866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5"/>
            <p:cNvSpPr/>
            <p:nvPr/>
          </p:nvSpPr>
          <p:spPr>
            <a:xfrm>
              <a:off x="10227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5"/>
            <p:cNvSpPr/>
            <p:nvPr/>
          </p:nvSpPr>
          <p:spPr>
            <a:xfrm>
              <a:off x="11793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5"/>
            <p:cNvSpPr/>
            <p:nvPr/>
          </p:nvSpPr>
          <p:spPr>
            <a:xfrm>
              <a:off x="13359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5"/>
            <p:cNvSpPr/>
            <p:nvPr/>
          </p:nvSpPr>
          <p:spPr>
            <a:xfrm>
              <a:off x="14925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5"/>
            <p:cNvSpPr/>
            <p:nvPr/>
          </p:nvSpPr>
          <p:spPr>
            <a:xfrm>
              <a:off x="1649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5"/>
            <p:cNvSpPr/>
            <p:nvPr/>
          </p:nvSpPr>
          <p:spPr>
            <a:xfrm>
              <a:off x="866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5"/>
            <p:cNvSpPr/>
            <p:nvPr/>
          </p:nvSpPr>
          <p:spPr>
            <a:xfrm>
              <a:off x="10227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5"/>
            <p:cNvSpPr/>
            <p:nvPr/>
          </p:nvSpPr>
          <p:spPr>
            <a:xfrm>
              <a:off x="11793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5"/>
            <p:cNvSpPr/>
            <p:nvPr/>
          </p:nvSpPr>
          <p:spPr>
            <a:xfrm>
              <a:off x="13359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5"/>
            <p:cNvSpPr/>
            <p:nvPr/>
          </p:nvSpPr>
          <p:spPr>
            <a:xfrm>
              <a:off x="14925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5"/>
            <p:cNvSpPr/>
            <p:nvPr/>
          </p:nvSpPr>
          <p:spPr>
            <a:xfrm>
              <a:off x="1649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5"/>
            <p:cNvSpPr/>
            <p:nvPr/>
          </p:nvSpPr>
          <p:spPr>
            <a:xfrm>
              <a:off x="866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5"/>
            <p:cNvSpPr/>
            <p:nvPr/>
          </p:nvSpPr>
          <p:spPr>
            <a:xfrm>
              <a:off x="10227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5"/>
            <p:cNvSpPr/>
            <p:nvPr/>
          </p:nvSpPr>
          <p:spPr>
            <a:xfrm>
              <a:off x="11793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5"/>
            <p:cNvSpPr/>
            <p:nvPr/>
          </p:nvSpPr>
          <p:spPr>
            <a:xfrm>
              <a:off x="13359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5"/>
            <p:cNvSpPr/>
            <p:nvPr/>
          </p:nvSpPr>
          <p:spPr>
            <a:xfrm>
              <a:off x="14925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5"/>
            <p:cNvSpPr/>
            <p:nvPr/>
          </p:nvSpPr>
          <p:spPr>
            <a:xfrm>
              <a:off x="1649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5"/>
            <p:cNvSpPr/>
            <p:nvPr/>
          </p:nvSpPr>
          <p:spPr>
            <a:xfrm>
              <a:off x="866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5"/>
            <p:cNvSpPr/>
            <p:nvPr/>
          </p:nvSpPr>
          <p:spPr>
            <a:xfrm>
              <a:off x="10227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5"/>
            <p:cNvSpPr/>
            <p:nvPr/>
          </p:nvSpPr>
          <p:spPr>
            <a:xfrm>
              <a:off x="11793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5"/>
            <p:cNvSpPr/>
            <p:nvPr/>
          </p:nvSpPr>
          <p:spPr>
            <a:xfrm>
              <a:off x="13359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5"/>
            <p:cNvSpPr/>
            <p:nvPr/>
          </p:nvSpPr>
          <p:spPr>
            <a:xfrm>
              <a:off x="14925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5"/>
            <p:cNvSpPr/>
            <p:nvPr/>
          </p:nvSpPr>
          <p:spPr>
            <a:xfrm>
              <a:off x="1649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5"/>
            <p:cNvSpPr/>
            <p:nvPr/>
          </p:nvSpPr>
          <p:spPr>
            <a:xfrm>
              <a:off x="866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5"/>
            <p:cNvSpPr/>
            <p:nvPr/>
          </p:nvSpPr>
          <p:spPr>
            <a:xfrm>
              <a:off x="10227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5"/>
            <p:cNvSpPr/>
            <p:nvPr/>
          </p:nvSpPr>
          <p:spPr>
            <a:xfrm>
              <a:off x="11793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5"/>
            <p:cNvSpPr/>
            <p:nvPr/>
          </p:nvSpPr>
          <p:spPr>
            <a:xfrm>
              <a:off x="13359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5"/>
            <p:cNvSpPr/>
            <p:nvPr/>
          </p:nvSpPr>
          <p:spPr>
            <a:xfrm>
              <a:off x="14925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5"/>
            <p:cNvSpPr/>
            <p:nvPr/>
          </p:nvSpPr>
          <p:spPr>
            <a:xfrm>
              <a:off x="1649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8" name="Google Shape;348;p5"/>
          <p:cNvGrpSpPr/>
          <p:nvPr/>
        </p:nvGrpSpPr>
        <p:grpSpPr>
          <a:xfrm>
            <a:off x="1603925" y="-306250"/>
            <a:ext cx="817800" cy="841338"/>
            <a:chOff x="866125" y="3600675"/>
            <a:chExt cx="817800" cy="841338"/>
          </a:xfrm>
        </p:grpSpPr>
        <p:sp>
          <p:nvSpPr>
            <p:cNvPr id="349" name="Google Shape;349;p5"/>
            <p:cNvSpPr/>
            <p:nvPr/>
          </p:nvSpPr>
          <p:spPr>
            <a:xfrm>
              <a:off x="866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5"/>
            <p:cNvSpPr/>
            <p:nvPr/>
          </p:nvSpPr>
          <p:spPr>
            <a:xfrm>
              <a:off x="10227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5"/>
            <p:cNvSpPr/>
            <p:nvPr/>
          </p:nvSpPr>
          <p:spPr>
            <a:xfrm>
              <a:off x="11793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5"/>
            <p:cNvSpPr/>
            <p:nvPr/>
          </p:nvSpPr>
          <p:spPr>
            <a:xfrm>
              <a:off x="13359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5"/>
            <p:cNvSpPr/>
            <p:nvPr/>
          </p:nvSpPr>
          <p:spPr>
            <a:xfrm>
              <a:off x="14925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5"/>
            <p:cNvSpPr/>
            <p:nvPr/>
          </p:nvSpPr>
          <p:spPr>
            <a:xfrm>
              <a:off x="1649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5"/>
            <p:cNvSpPr/>
            <p:nvPr/>
          </p:nvSpPr>
          <p:spPr>
            <a:xfrm>
              <a:off x="866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5"/>
            <p:cNvSpPr/>
            <p:nvPr/>
          </p:nvSpPr>
          <p:spPr>
            <a:xfrm>
              <a:off x="10227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5"/>
            <p:cNvSpPr/>
            <p:nvPr/>
          </p:nvSpPr>
          <p:spPr>
            <a:xfrm>
              <a:off x="11793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5"/>
            <p:cNvSpPr/>
            <p:nvPr/>
          </p:nvSpPr>
          <p:spPr>
            <a:xfrm>
              <a:off x="13359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5"/>
            <p:cNvSpPr/>
            <p:nvPr/>
          </p:nvSpPr>
          <p:spPr>
            <a:xfrm>
              <a:off x="14925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5"/>
            <p:cNvSpPr/>
            <p:nvPr/>
          </p:nvSpPr>
          <p:spPr>
            <a:xfrm>
              <a:off x="1649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5"/>
            <p:cNvSpPr/>
            <p:nvPr/>
          </p:nvSpPr>
          <p:spPr>
            <a:xfrm>
              <a:off x="866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5"/>
            <p:cNvSpPr/>
            <p:nvPr/>
          </p:nvSpPr>
          <p:spPr>
            <a:xfrm>
              <a:off x="10227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5"/>
            <p:cNvSpPr/>
            <p:nvPr/>
          </p:nvSpPr>
          <p:spPr>
            <a:xfrm>
              <a:off x="11793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5"/>
            <p:cNvSpPr/>
            <p:nvPr/>
          </p:nvSpPr>
          <p:spPr>
            <a:xfrm>
              <a:off x="13359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5"/>
            <p:cNvSpPr/>
            <p:nvPr/>
          </p:nvSpPr>
          <p:spPr>
            <a:xfrm>
              <a:off x="14925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5"/>
            <p:cNvSpPr/>
            <p:nvPr/>
          </p:nvSpPr>
          <p:spPr>
            <a:xfrm>
              <a:off x="1649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5"/>
            <p:cNvSpPr/>
            <p:nvPr/>
          </p:nvSpPr>
          <p:spPr>
            <a:xfrm>
              <a:off x="866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5"/>
            <p:cNvSpPr/>
            <p:nvPr/>
          </p:nvSpPr>
          <p:spPr>
            <a:xfrm>
              <a:off x="10227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5"/>
            <p:cNvSpPr/>
            <p:nvPr/>
          </p:nvSpPr>
          <p:spPr>
            <a:xfrm>
              <a:off x="11793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5"/>
            <p:cNvSpPr/>
            <p:nvPr/>
          </p:nvSpPr>
          <p:spPr>
            <a:xfrm>
              <a:off x="13359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5"/>
            <p:cNvSpPr/>
            <p:nvPr/>
          </p:nvSpPr>
          <p:spPr>
            <a:xfrm>
              <a:off x="14925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5"/>
            <p:cNvSpPr/>
            <p:nvPr/>
          </p:nvSpPr>
          <p:spPr>
            <a:xfrm>
              <a:off x="1649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5"/>
            <p:cNvSpPr/>
            <p:nvPr/>
          </p:nvSpPr>
          <p:spPr>
            <a:xfrm>
              <a:off x="866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5"/>
            <p:cNvSpPr/>
            <p:nvPr/>
          </p:nvSpPr>
          <p:spPr>
            <a:xfrm>
              <a:off x="10227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5"/>
            <p:cNvSpPr/>
            <p:nvPr/>
          </p:nvSpPr>
          <p:spPr>
            <a:xfrm>
              <a:off x="11793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5"/>
            <p:cNvSpPr/>
            <p:nvPr/>
          </p:nvSpPr>
          <p:spPr>
            <a:xfrm>
              <a:off x="13359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5"/>
            <p:cNvSpPr/>
            <p:nvPr/>
          </p:nvSpPr>
          <p:spPr>
            <a:xfrm>
              <a:off x="14925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5"/>
            <p:cNvSpPr/>
            <p:nvPr/>
          </p:nvSpPr>
          <p:spPr>
            <a:xfrm>
              <a:off x="1649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9" name="Google Shape;379;p5"/>
          <p:cNvSpPr txBox="1"/>
          <p:nvPr>
            <p:ph type="title"/>
          </p:nvPr>
        </p:nvSpPr>
        <p:spPr>
          <a:xfrm>
            <a:off x="1812600" y="2126600"/>
            <a:ext cx="2558100" cy="558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700"/>
              <a:buNone/>
              <a:defRPr b="0" sz="24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80" name="Google Shape;380;p5"/>
          <p:cNvSpPr txBox="1"/>
          <p:nvPr>
            <p:ph idx="2" type="title"/>
          </p:nvPr>
        </p:nvSpPr>
        <p:spPr>
          <a:xfrm>
            <a:off x="4772100" y="2126600"/>
            <a:ext cx="2558100" cy="558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700"/>
              <a:buNone/>
              <a:defRPr b="0" sz="24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81" name="Google Shape;381;p5"/>
          <p:cNvSpPr txBox="1"/>
          <p:nvPr>
            <p:ph idx="1" type="subTitle"/>
          </p:nvPr>
        </p:nvSpPr>
        <p:spPr>
          <a:xfrm>
            <a:off x="4772100" y="2536452"/>
            <a:ext cx="2558100" cy="101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82" name="Google Shape;382;p5"/>
          <p:cNvSpPr txBox="1"/>
          <p:nvPr>
            <p:ph idx="3" type="subTitle"/>
          </p:nvPr>
        </p:nvSpPr>
        <p:spPr>
          <a:xfrm>
            <a:off x="1812600" y="2536452"/>
            <a:ext cx="2558100" cy="101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83" name="Google Shape;383;p5"/>
          <p:cNvSpPr txBox="1"/>
          <p:nvPr>
            <p:ph idx="12" type="sldNum"/>
          </p:nvPr>
        </p:nvSpPr>
        <p:spPr>
          <a:xfrm>
            <a:off x="8250500" y="4608500"/>
            <a:ext cx="695100" cy="279300"/>
          </a:xfrm>
          <a:prstGeom prst="rect">
            <a:avLst/>
          </a:prstGeom>
        </p:spPr>
        <p:txBody>
          <a:bodyPr anchorCtr="0" anchor="ctr" bIns="91425" lIns="91425" spcFirstLastPara="1" rIns="91425" wrap="square" tIns="91425">
            <a:noAutofit/>
          </a:bodyPr>
          <a:lstStyle>
            <a:lvl1pPr lvl="0" rtl="0" algn="ctr">
              <a:buNone/>
              <a:defRPr b="1" sz="1900">
                <a:solidFill>
                  <a:schemeClr val="lt1"/>
                </a:solidFill>
                <a:latin typeface="Bebas Neue"/>
                <a:ea typeface="Bebas Neue"/>
                <a:cs typeface="Bebas Neue"/>
                <a:sym typeface="Bebas Neue"/>
              </a:defRPr>
            </a:lvl1pPr>
            <a:lvl2pPr lvl="1" rtl="0" algn="ctr">
              <a:buNone/>
              <a:defRPr b="1" sz="1900">
                <a:solidFill>
                  <a:schemeClr val="lt1"/>
                </a:solidFill>
                <a:latin typeface="Bebas Neue"/>
                <a:ea typeface="Bebas Neue"/>
                <a:cs typeface="Bebas Neue"/>
                <a:sym typeface="Bebas Neue"/>
              </a:defRPr>
            </a:lvl2pPr>
            <a:lvl3pPr lvl="2" rtl="0" algn="ctr">
              <a:buNone/>
              <a:defRPr b="1" sz="1900">
                <a:solidFill>
                  <a:schemeClr val="lt1"/>
                </a:solidFill>
                <a:latin typeface="Bebas Neue"/>
                <a:ea typeface="Bebas Neue"/>
                <a:cs typeface="Bebas Neue"/>
                <a:sym typeface="Bebas Neue"/>
              </a:defRPr>
            </a:lvl3pPr>
            <a:lvl4pPr lvl="3" rtl="0" algn="ctr">
              <a:buNone/>
              <a:defRPr b="1" sz="1900">
                <a:solidFill>
                  <a:schemeClr val="lt1"/>
                </a:solidFill>
                <a:latin typeface="Bebas Neue"/>
                <a:ea typeface="Bebas Neue"/>
                <a:cs typeface="Bebas Neue"/>
                <a:sym typeface="Bebas Neue"/>
              </a:defRPr>
            </a:lvl4pPr>
            <a:lvl5pPr lvl="4" rtl="0" algn="ctr">
              <a:buNone/>
              <a:defRPr b="1" sz="1900">
                <a:solidFill>
                  <a:schemeClr val="lt1"/>
                </a:solidFill>
                <a:latin typeface="Bebas Neue"/>
                <a:ea typeface="Bebas Neue"/>
                <a:cs typeface="Bebas Neue"/>
                <a:sym typeface="Bebas Neue"/>
              </a:defRPr>
            </a:lvl5pPr>
            <a:lvl6pPr lvl="5" rtl="0" algn="ctr">
              <a:buNone/>
              <a:defRPr b="1" sz="1900">
                <a:solidFill>
                  <a:schemeClr val="lt1"/>
                </a:solidFill>
                <a:latin typeface="Bebas Neue"/>
                <a:ea typeface="Bebas Neue"/>
                <a:cs typeface="Bebas Neue"/>
                <a:sym typeface="Bebas Neue"/>
              </a:defRPr>
            </a:lvl6pPr>
            <a:lvl7pPr lvl="6" rtl="0" algn="ctr">
              <a:buNone/>
              <a:defRPr b="1" sz="1900">
                <a:solidFill>
                  <a:schemeClr val="lt1"/>
                </a:solidFill>
                <a:latin typeface="Bebas Neue"/>
                <a:ea typeface="Bebas Neue"/>
                <a:cs typeface="Bebas Neue"/>
                <a:sym typeface="Bebas Neue"/>
              </a:defRPr>
            </a:lvl7pPr>
            <a:lvl8pPr lvl="7" rtl="0" algn="ctr">
              <a:buNone/>
              <a:defRPr b="1" sz="1900">
                <a:solidFill>
                  <a:schemeClr val="lt1"/>
                </a:solidFill>
                <a:latin typeface="Bebas Neue"/>
                <a:ea typeface="Bebas Neue"/>
                <a:cs typeface="Bebas Neue"/>
                <a:sym typeface="Bebas Neue"/>
              </a:defRPr>
            </a:lvl8pPr>
            <a:lvl9pPr lvl="8" rtl="0" algn="ctr">
              <a:buNone/>
              <a:defRPr b="1" sz="1900">
                <a:solidFill>
                  <a:schemeClr val="lt1"/>
                </a:solidFill>
                <a:latin typeface="Bebas Neue"/>
                <a:ea typeface="Bebas Neue"/>
                <a:cs typeface="Bebas Neue"/>
                <a:sym typeface="Bebas Neue"/>
              </a:defRPr>
            </a:lvl9pPr>
          </a:lstStyle>
          <a:p>
            <a:pPr indent="0" lvl="0" marL="0" rtl="0" algn="ctr">
              <a:spcBef>
                <a:spcPts val="0"/>
              </a:spcBef>
              <a:spcAft>
                <a:spcPts val="0"/>
              </a:spcAft>
              <a:buNone/>
            </a:pPr>
            <a:fld id="{00000000-1234-1234-1234-123412341234}" type="slidenum">
              <a:rPr lang="en"/>
              <a:t>‹#›</a:t>
            </a:fld>
            <a:endParaRPr/>
          </a:p>
        </p:txBody>
      </p:sp>
      <p:sp>
        <p:nvSpPr>
          <p:cNvPr id="384" name="Google Shape;384;p5"/>
          <p:cNvSpPr txBox="1"/>
          <p:nvPr>
            <p:ph idx="4" type="title"/>
          </p:nvPr>
        </p:nvSpPr>
        <p:spPr>
          <a:xfrm>
            <a:off x="733950" y="457200"/>
            <a:ext cx="7674900" cy="527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600"/>
              <a:buNone/>
              <a:defRPr b="0" sz="32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pic>
        <p:nvPicPr>
          <p:cNvPr id="9001" name="RUG logo"/>
          <p:cNvPicPr>
            <a:picLocks noChangeAspect="1"/>
          </p:cNvPicPr>
          <p:nvPr/>
        </p:nvPicPr>
        <p:blipFill>
          <a:blip r:embed="rId3"/>
          <a:stretch>
            <a:fillRect/>
          </a:stretch>
        </p:blipFill>
        <p:spPr>
          <a:xfrm>
            <a:off x="7498080" y="182880"/>
            <a:ext cx="1234440" cy="28986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85" name="Shape 385"/>
        <p:cNvGrpSpPr/>
        <p:nvPr/>
      </p:nvGrpSpPr>
      <p:grpSpPr>
        <a:xfrm>
          <a:off x="0" y="0"/>
          <a:ext cx="0" cy="0"/>
          <a:chOff x="0" y="0"/>
          <a:chExt cx="0" cy="0"/>
        </a:xfrm>
      </p:grpSpPr>
      <p:pic>
        <p:nvPicPr>
          <p:cNvPr id="386" name="Google Shape;386;p6"/>
          <p:cNvPicPr preferRelativeResize="0"/>
          <p:nvPr/>
        </p:nvPicPr>
        <p:blipFill rotWithShape="1">
          <a:blip r:embed="rId2">
            <a:alphaModFix amt="22000"/>
          </a:blip>
          <a:srcRect b="0" l="0" r="0" t="0"/>
          <a:stretch/>
        </p:blipFill>
        <p:spPr>
          <a:xfrm flipH="1">
            <a:off x="6" y="0"/>
            <a:ext cx="9144003" cy="5143501"/>
          </a:xfrm>
          <a:prstGeom prst="rect">
            <a:avLst/>
          </a:prstGeom>
          <a:noFill/>
          <a:ln>
            <a:noFill/>
          </a:ln>
        </p:spPr>
      </p:pic>
      <p:sp>
        <p:nvSpPr>
          <p:cNvPr id="387" name="Google Shape;387;p6"/>
          <p:cNvSpPr txBox="1"/>
          <p:nvPr>
            <p:ph type="title"/>
          </p:nvPr>
        </p:nvSpPr>
        <p:spPr>
          <a:xfrm>
            <a:off x="856050" y="457200"/>
            <a:ext cx="7431000" cy="571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600"/>
              <a:buNone/>
              <a:defRPr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88" name="Google Shape;388;p6"/>
          <p:cNvSpPr/>
          <p:nvPr/>
        </p:nvSpPr>
        <p:spPr>
          <a:xfrm>
            <a:off x="190500" y="190500"/>
            <a:ext cx="8759700" cy="4762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6"/>
          <p:cNvSpPr txBox="1"/>
          <p:nvPr>
            <p:ph idx="12" type="sldNum"/>
          </p:nvPr>
        </p:nvSpPr>
        <p:spPr>
          <a:xfrm>
            <a:off x="8250500" y="4608500"/>
            <a:ext cx="695100" cy="279300"/>
          </a:xfrm>
          <a:prstGeom prst="rect">
            <a:avLst/>
          </a:prstGeom>
        </p:spPr>
        <p:txBody>
          <a:bodyPr anchorCtr="0" anchor="ctr" bIns="91425" lIns="91425" spcFirstLastPara="1" rIns="91425" wrap="square" tIns="91425">
            <a:noAutofit/>
          </a:bodyPr>
          <a:lstStyle>
            <a:lvl1pPr lvl="0" rtl="0" algn="ctr">
              <a:buNone/>
              <a:defRPr b="1" sz="1900">
                <a:solidFill>
                  <a:schemeClr val="lt1"/>
                </a:solidFill>
                <a:latin typeface="Bebas Neue"/>
                <a:ea typeface="Bebas Neue"/>
                <a:cs typeface="Bebas Neue"/>
                <a:sym typeface="Bebas Neue"/>
              </a:defRPr>
            </a:lvl1pPr>
            <a:lvl2pPr lvl="1" rtl="0" algn="ctr">
              <a:buNone/>
              <a:defRPr b="1" sz="1900">
                <a:solidFill>
                  <a:schemeClr val="lt1"/>
                </a:solidFill>
                <a:latin typeface="Bebas Neue"/>
                <a:ea typeface="Bebas Neue"/>
                <a:cs typeface="Bebas Neue"/>
                <a:sym typeface="Bebas Neue"/>
              </a:defRPr>
            </a:lvl2pPr>
            <a:lvl3pPr lvl="2" rtl="0" algn="ctr">
              <a:buNone/>
              <a:defRPr b="1" sz="1900">
                <a:solidFill>
                  <a:schemeClr val="lt1"/>
                </a:solidFill>
                <a:latin typeface="Bebas Neue"/>
                <a:ea typeface="Bebas Neue"/>
                <a:cs typeface="Bebas Neue"/>
                <a:sym typeface="Bebas Neue"/>
              </a:defRPr>
            </a:lvl3pPr>
            <a:lvl4pPr lvl="3" rtl="0" algn="ctr">
              <a:buNone/>
              <a:defRPr b="1" sz="1900">
                <a:solidFill>
                  <a:schemeClr val="lt1"/>
                </a:solidFill>
                <a:latin typeface="Bebas Neue"/>
                <a:ea typeface="Bebas Neue"/>
                <a:cs typeface="Bebas Neue"/>
                <a:sym typeface="Bebas Neue"/>
              </a:defRPr>
            </a:lvl4pPr>
            <a:lvl5pPr lvl="4" rtl="0" algn="ctr">
              <a:buNone/>
              <a:defRPr b="1" sz="1900">
                <a:solidFill>
                  <a:schemeClr val="lt1"/>
                </a:solidFill>
                <a:latin typeface="Bebas Neue"/>
                <a:ea typeface="Bebas Neue"/>
                <a:cs typeface="Bebas Neue"/>
                <a:sym typeface="Bebas Neue"/>
              </a:defRPr>
            </a:lvl5pPr>
            <a:lvl6pPr lvl="5" rtl="0" algn="ctr">
              <a:buNone/>
              <a:defRPr b="1" sz="1900">
                <a:solidFill>
                  <a:schemeClr val="lt1"/>
                </a:solidFill>
                <a:latin typeface="Bebas Neue"/>
                <a:ea typeface="Bebas Neue"/>
                <a:cs typeface="Bebas Neue"/>
                <a:sym typeface="Bebas Neue"/>
              </a:defRPr>
            </a:lvl6pPr>
            <a:lvl7pPr lvl="6" rtl="0" algn="ctr">
              <a:buNone/>
              <a:defRPr b="1" sz="1900">
                <a:solidFill>
                  <a:schemeClr val="lt1"/>
                </a:solidFill>
                <a:latin typeface="Bebas Neue"/>
                <a:ea typeface="Bebas Neue"/>
                <a:cs typeface="Bebas Neue"/>
                <a:sym typeface="Bebas Neue"/>
              </a:defRPr>
            </a:lvl7pPr>
            <a:lvl8pPr lvl="7" rtl="0" algn="ctr">
              <a:buNone/>
              <a:defRPr b="1" sz="1900">
                <a:solidFill>
                  <a:schemeClr val="lt1"/>
                </a:solidFill>
                <a:latin typeface="Bebas Neue"/>
                <a:ea typeface="Bebas Neue"/>
                <a:cs typeface="Bebas Neue"/>
                <a:sym typeface="Bebas Neue"/>
              </a:defRPr>
            </a:lvl8pPr>
            <a:lvl9pPr lvl="8" rtl="0" algn="ctr">
              <a:buNone/>
              <a:defRPr b="1" sz="1900">
                <a:solidFill>
                  <a:schemeClr val="lt1"/>
                </a:solidFill>
                <a:latin typeface="Bebas Neue"/>
                <a:ea typeface="Bebas Neue"/>
                <a:cs typeface="Bebas Neue"/>
                <a:sym typeface="Bebas Neue"/>
              </a:defRPr>
            </a:lvl9pPr>
          </a:lstStyle>
          <a:p>
            <a:pPr indent="0" lvl="0" marL="0" rtl="0" algn="ctr">
              <a:spcBef>
                <a:spcPts val="0"/>
              </a:spcBef>
              <a:spcAft>
                <a:spcPts val="0"/>
              </a:spcAft>
              <a:buNone/>
            </a:pPr>
            <a:fld id="{00000000-1234-1234-1234-123412341234}" type="slidenum">
              <a:rPr lang="en"/>
              <a:t>‹#›</a:t>
            </a:fld>
            <a:endParaRPr/>
          </a:p>
        </p:txBody>
      </p:sp>
      <p:pic>
        <p:nvPicPr>
          <p:cNvPr id="9001" name="RUG logo"/>
          <p:cNvPicPr>
            <a:picLocks noChangeAspect="1"/>
          </p:cNvPicPr>
          <p:nvPr/>
        </p:nvPicPr>
        <p:blipFill>
          <a:blip r:embed="rId3"/>
          <a:stretch>
            <a:fillRect/>
          </a:stretch>
        </p:blipFill>
        <p:spPr>
          <a:xfrm>
            <a:off x="7498080" y="182880"/>
            <a:ext cx="1234440" cy="289865"/>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0" name="Shape 390"/>
        <p:cNvGrpSpPr/>
        <p:nvPr/>
      </p:nvGrpSpPr>
      <p:grpSpPr>
        <a:xfrm>
          <a:off x="0" y="0"/>
          <a:ext cx="0" cy="0"/>
          <a:chOff x="0" y="0"/>
          <a:chExt cx="0" cy="0"/>
        </a:xfrm>
      </p:grpSpPr>
      <p:pic>
        <p:nvPicPr>
          <p:cNvPr id="391" name="Google Shape;391;p7"/>
          <p:cNvPicPr preferRelativeResize="0"/>
          <p:nvPr/>
        </p:nvPicPr>
        <p:blipFill rotWithShape="1">
          <a:blip r:embed="rId2">
            <a:alphaModFix amt="22000"/>
          </a:blip>
          <a:srcRect b="0" l="0" r="0" t="0"/>
          <a:stretch/>
        </p:blipFill>
        <p:spPr>
          <a:xfrm>
            <a:off x="25" y="0"/>
            <a:ext cx="9144003" cy="5143501"/>
          </a:xfrm>
          <a:prstGeom prst="rect">
            <a:avLst/>
          </a:prstGeom>
          <a:noFill/>
          <a:ln>
            <a:noFill/>
          </a:ln>
        </p:spPr>
      </p:pic>
      <p:sp>
        <p:nvSpPr>
          <p:cNvPr id="392" name="Google Shape;392;p7"/>
          <p:cNvSpPr/>
          <p:nvPr/>
        </p:nvSpPr>
        <p:spPr>
          <a:xfrm>
            <a:off x="190500" y="190500"/>
            <a:ext cx="8759700" cy="4762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7"/>
          <p:cNvSpPr txBox="1"/>
          <p:nvPr>
            <p:ph type="title"/>
          </p:nvPr>
        </p:nvSpPr>
        <p:spPr>
          <a:xfrm>
            <a:off x="4635588" y="3038988"/>
            <a:ext cx="3697800" cy="576600"/>
          </a:xfrm>
          <a:prstGeom prst="rect">
            <a:avLst/>
          </a:prstGeom>
        </p:spPr>
        <p:txBody>
          <a:bodyPr anchorCtr="0" anchor="b" bIns="91425" lIns="91425" spcFirstLastPara="1" rIns="91425" wrap="square" tIns="91425">
            <a:noAutofit/>
          </a:bodyPr>
          <a:lstStyle>
            <a:lvl1pPr lvl="0" rtl="0">
              <a:spcBef>
                <a:spcPts val="0"/>
              </a:spcBef>
              <a:spcAft>
                <a:spcPts val="0"/>
              </a:spcAft>
              <a:buSzPts val="2700"/>
              <a:buNone/>
              <a:defRPr b="0" sz="32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94" name="Google Shape;394;p7"/>
          <p:cNvSpPr/>
          <p:nvPr>
            <p:ph idx="2" type="pic"/>
          </p:nvPr>
        </p:nvSpPr>
        <p:spPr>
          <a:xfrm flipH="1">
            <a:off x="810613" y="1827350"/>
            <a:ext cx="3685800" cy="2649900"/>
          </a:xfrm>
          <a:prstGeom prst="rect">
            <a:avLst/>
          </a:prstGeom>
          <a:noFill/>
          <a:ln>
            <a:noFill/>
          </a:ln>
        </p:spPr>
      </p:sp>
      <p:sp>
        <p:nvSpPr>
          <p:cNvPr id="395" name="Google Shape;395;p7"/>
          <p:cNvSpPr txBox="1"/>
          <p:nvPr>
            <p:ph idx="1" type="subTitle"/>
          </p:nvPr>
        </p:nvSpPr>
        <p:spPr>
          <a:xfrm>
            <a:off x="4635588" y="3459975"/>
            <a:ext cx="3697800" cy="793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96" name="Google Shape;396;p7"/>
          <p:cNvSpPr txBox="1"/>
          <p:nvPr>
            <p:ph idx="12" type="sldNum"/>
          </p:nvPr>
        </p:nvSpPr>
        <p:spPr>
          <a:xfrm>
            <a:off x="8250500" y="4608500"/>
            <a:ext cx="695100" cy="279300"/>
          </a:xfrm>
          <a:prstGeom prst="rect">
            <a:avLst/>
          </a:prstGeom>
        </p:spPr>
        <p:txBody>
          <a:bodyPr anchorCtr="0" anchor="ctr" bIns="91425" lIns="91425" spcFirstLastPara="1" rIns="91425" wrap="square" tIns="91425">
            <a:noAutofit/>
          </a:bodyPr>
          <a:lstStyle>
            <a:lvl1pPr lvl="0" rtl="0" algn="ctr">
              <a:buNone/>
              <a:defRPr b="1" sz="1900">
                <a:solidFill>
                  <a:schemeClr val="lt1"/>
                </a:solidFill>
                <a:latin typeface="Bebas Neue"/>
                <a:ea typeface="Bebas Neue"/>
                <a:cs typeface="Bebas Neue"/>
                <a:sym typeface="Bebas Neue"/>
              </a:defRPr>
            </a:lvl1pPr>
            <a:lvl2pPr lvl="1" rtl="0" algn="ctr">
              <a:buNone/>
              <a:defRPr b="1" sz="1900">
                <a:solidFill>
                  <a:schemeClr val="lt1"/>
                </a:solidFill>
                <a:latin typeface="Bebas Neue"/>
                <a:ea typeface="Bebas Neue"/>
                <a:cs typeface="Bebas Neue"/>
                <a:sym typeface="Bebas Neue"/>
              </a:defRPr>
            </a:lvl2pPr>
            <a:lvl3pPr lvl="2" rtl="0" algn="ctr">
              <a:buNone/>
              <a:defRPr b="1" sz="1900">
                <a:solidFill>
                  <a:schemeClr val="lt1"/>
                </a:solidFill>
                <a:latin typeface="Bebas Neue"/>
                <a:ea typeface="Bebas Neue"/>
                <a:cs typeface="Bebas Neue"/>
                <a:sym typeface="Bebas Neue"/>
              </a:defRPr>
            </a:lvl3pPr>
            <a:lvl4pPr lvl="3" rtl="0" algn="ctr">
              <a:buNone/>
              <a:defRPr b="1" sz="1900">
                <a:solidFill>
                  <a:schemeClr val="lt1"/>
                </a:solidFill>
                <a:latin typeface="Bebas Neue"/>
                <a:ea typeface="Bebas Neue"/>
                <a:cs typeface="Bebas Neue"/>
                <a:sym typeface="Bebas Neue"/>
              </a:defRPr>
            </a:lvl4pPr>
            <a:lvl5pPr lvl="4" rtl="0" algn="ctr">
              <a:buNone/>
              <a:defRPr b="1" sz="1900">
                <a:solidFill>
                  <a:schemeClr val="lt1"/>
                </a:solidFill>
                <a:latin typeface="Bebas Neue"/>
                <a:ea typeface="Bebas Neue"/>
                <a:cs typeface="Bebas Neue"/>
                <a:sym typeface="Bebas Neue"/>
              </a:defRPr>
            </a:lvl5pPr>
            <a:lvl6pPr lvl="5" rtl="0" algn="ctr">
              <a:buNone/>
              <a:defRPr b="1" sz="1900">
                <a:solidFill>
                  <a:schemeClr val="lt1"/>
                </a:solidFill>
                <a:latin typeface="Bebas Neue"/>
                <a:ea typeface="Bebas Neue"/>
                <a:cs typeface="Bebas Neue"/>
                <a:sym typeface="Bebas Neue"/>
              </a:defRPr>
            </a:lvl6pPr>
            <a:lvl7pPr lvl="6" rtl="0" algn="ctr">
              <a:buNone/>
              <a:defRPr b="1" sz="1900">
                <a:solidFill>
                  <a:schemeClr val="lt1"/>
                </a:solidFill>
                <a:latin typeface="Bebas Neue"/>
                <a:ea typeface="Bebas Neue"/>
                <a:cs typeface="Bebas Neue"/>
                <a:sym typeface="Bebas Neue"/>
              </a:defRPr>
            </a:lvl7pPr>
            <a:lvl8pPr lvl="7" rtl="0" algn="ctr">
              <a:buNone/>
              <a:defRPr b="1" sz="1900">
                <a:solidFill>
                  <a:schemeClr val="lt1"/>
                </a:solidFill>
                <a:latin typeface="Bebas Neue"/>
                <a:ea typeface="Bebas Neue"/>
                <a:cs typeface="Bebas Neue"/>
                <a:sym typeface="Bebas Neue"/>
              </a:defRPr>
            </a:lvl8pPr>
            <a:lvl9pPr lvl="8" rtl="0" algn="ctr">
              <a:buNone/>
              <a:defRPr b="1" sz="1900">
                <a:solidFill>
                  <a:schemeClr val="lt1"/>
                </a:solidFill>
                <a:latin typeface="Bebas Neue"/>
                <a:ea typeface="Bebas Neue"/>
                <a:cs typeface="Bebas Neue"/>
                <a:sym typeface="Bebas Neue"/>
              </a:defRPr>
            </a:lvl9pPr>
          </a:lstStyle>
          <a:p>
            <a:pPr indent="0" lvl="0" marL="0" rtl="0" algn="ctr">
              <a:spcBef>
                <a:spcPts val="0"/>
              </a:spcBef>
              <a:spcAft>
                <a:spcPts val="0"/>
              </a:spcAft>
              <a:buNone/>
            </a:pPr>
            <a:fld id="{00000000-1234-1234-1234-123412341234}" type="slidenum">
              <a:rPr lang="en"/>
              <a:t>‹#›</a:t>
            </a:fld>
            <a:endParaRPr/>
          </a:p>
        </p:txBody>
      </p:sp>
      <p:sp>
        <p:nvSpPr>
          <p:cNvPr id="397" name="Google Shape;397;p7"/>
          <p:cNvSpPr/>
          <p:nvPr>
            <p:ph idx="3" type="pic"/>
          </p:nvPr>
        </p:nvSpPr>
        <p:spPr>
          <a:xfrm flipH="1">
            <a:off x="2756425" y="636775"/>
            <a:ext cx="1740000" cy="1117500"/>
          </a:xfrm>
          <a:prstGeom prst="rect">
            <a:avLst/>
          </a:prstGeom>
          <a:noFill/>
          <a:ln>
            <a:noFill/>
          </a:ln>
        </p:spPr>
      </p:sp>
      <p:sp>
        <p:nvSpPr>
          <p:cNvPr id="398" name="Google Shape;398;p7"/>
          <p:cNvSpPr/>
          <p:nvPr>
            <p:ph idx="4" type="pic"/>
          </p:nvPr>
        </p:nvSpPr>
        <p:spPr>
          <a:xfrm flipH="1">
            <a:off x="810700" y="654450"/>
            <a:ext cx="1887300" cy="1099800"/>
          </a:xfrm>
          <a:prstGeom prst="rect">
            <a:avLst/>
          </a:prstGeom>
          <a:noFill/>
          <a:ln>
            <a:noFill/>
          </a:ln>
        </p:spPr>
      </p:sp>
      <p:sp>
        <p:nvSpPr>
          <p:cNvPr id="399" name="Google Shape;399;p7"/>
          <p:cNvSpPr/>
          <p:nvPr>
            <p:ph idx="5" type="pic"/>
          </p:nvPr>
        </p:nvSpPr>
        <p:spPr>
          <a:xfrm flipH="1">
            <a:off x="4554838" y="636775"/>
            <a:ext cx="3755400" cy="2047200"/>
          </a:xfrm>
          <a:prstGeom prst="rect">
            <a:avLst/>
          </a:prstGeom>
          <a:noFill/>
          <a:ln>
            <a:noFill/>
          </a:ln>
        </p:spPr>
      </p:sp>
      <p:grpSp>
        <p:nvGrpSpPr>
          <p:cNvPr id="400" name="Google Shape;400;p7"/>
          <p:cNvGrpSpPr/>
          <p:nvPr/>
        </p:nvGrpSpPr>
        <p:grpSpPr>
          <a:xfrm>
            <a:off x="4159513" y="4643200"/>
            <a:ext cx="817800" cy="841338"/>
            <a:chOff x="866125" y="3600675"/>
            <a:chExt cx="817800" cy="841338"/>
          </a:xfrm>
        </p:grpSpPr>
        <p:sp>
          <p:nvSpPr>
            <p:cNvPr id="401" name="Google Shape;401;p7"/>
            <p:cNvSpPr/>
            <p:nvPr/>
          </p:nvSpPr>
          <p:spPr>
            <a:xfrm>
              <a:off x="866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7"/>
            <p:cNvSpPr/>
            <p:nvPr/>
          </p:nvSpPr>
          <p:spPr>
            <a:xfrm>
              <a:off x="10227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7"/>
            <p:cNvSpPr/>
            <p:nvPr/>
          </p:nvSpPr>
          <p:spPr>
            <a:xfrm>
              <a:off x="11793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7"/>
            <p:cNvSpPr/>
            <p:nvPr/>
          </p:nvSpPr>
          <p:spPr>
            <a:xfrm>
              <a:off x="13359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7"/>
            <p:cNvSpPr/>
            <p:nvPr/>
          </p:nvSpPr>
          <p:spPr>
            <a:xfrm>
              <a:off x="14925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7"/>
            <p:cNvSpPr/>
            <p:nvPr/>
          </p:nvSpPr>
          <p:spPr>
            <a:xfrm>
              <a:off x="1649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7"/>
            <p:cNvSpPr/>
            <p:nvPr/>
          </p:nvSpPr>
          <p:spPr>
            <a:xfrm>
              <a:off x="866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7"/>
            <p:cNvSpPr/>
            <p:nvPr/>
          </p:nvSpPr>
          <p:spPr>
            <a:xfrm>
              <a:off x="10227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7"/>
            <p:cNvSpPr/>
            <p:nvPr/>
          </p:nvSpPr>
          <p:spPr>
            <a:xfrm>
              <a:off x="11793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7"/>
            <p:cNvSpPr/>
            <p:nvPr/>
          </p:nvSpPr>
          <p:spPr>
            <a:xfrm>
              <a:off x="13359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7"/>
            <p:cNvSpPr/>
            <p:nvPr/>
          </p:nvSpPr>
          <p:spPr>
            <a:xfrm>
              <a:off x="14925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7"/>
            <p:cNvSpPr/>
            <p:nvPr/>
          </p:nvSpPr>
          <p:spPr>
            <a:xfrm>
              <a:off x="1649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7"/>
            <p:cNvSpPr/>
            <p:nvPr/>
          </p:nvSpPr>
          <p:spPr>
            <a:xfrm>
              <a:off x="866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7"/>
            <p:cNvSpPr/>
            <p:nvPr/>
          </p:nvSpPr>
          <p:spPr>
            <a:xfrm>
              <a:off x="10227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7"/>
            <p:cNvSpPr/>
            <p:nvPr/>
          </p:nvSpPr>
          <p:spPr>
            <a:xfrm>
              <a:off x="11793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7"/>
            <p:cNvSpPr/>
            <p:nvPr/>
          </p:nvSpPr>
          <p:spPr>
            <a:xfrm>
              <a:off x="13359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7"/>
            <p:cNvSpPr/>
            <p:nvPr/>
          </p:nvSpPr>
          <p:spPr>
            <a:xfrm>
              <a:off x="14925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7"/>
            <p:cNvSpPr/>
            <p:nvPr/>
          </p:nvSpPr>
          <p:spPr>
            <a:xfrm>
              <a:off x="1649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7"/>
            <p:cNvSpPr/>
            <p:nvPr/>
          </p:nvSpPr>
          <p:spPr>
            <a:xfrm>
              <a:off x="866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7"/>
            <p:cNvSpPr/>
            <p:nvPr/>
          </p:nvSpPr>
          <p:spPr>
            <a:xfrm>
              <a:off x="10227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7"/>
            <p:cNvSpPr/>
            <p:nvPr/>
          </p:nvSpPr>
          <p:spPr>
            <a:xfrm>
              <a:off x="11793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7"/>
            <p:cNvSpPr/>
            <p:nvPr/>
          </p:nvSpPr>
          <p:spPr>
            <a:xfrm>
              <a:off x="13359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7"/>
            <p:cNvSpPr/>
            <p:nvPr/>
          </p:nvSpPr>
          <p:spPr>
            <a:xfrm>
              <a:off x="14925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7"/>
            <p:cNvSpPr/>
            <p:nvPr/>
          </p:nvSpPr>
          <p:spPr>
            <a:xfrm>
              <a:off x="1649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7"/>
            <p:cNvSpPr/>
            <p:nvPr/>
          </p:nvSpPr>
          <p:spPr>
            <a:xfrm>
              <a:off x="866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7"/>
            <p:cNvSpPr/>
            <p:nvPr/>
          </p:nvSpPr>
          <p:spPr>
            <a:xfrm>
              <a:off x="10227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7"/>
            <p:cNvSpPr/>
            <p:nvPr/>
          </p:nvSpPr>
          <p:spPr>
            <a:xfrm>
              <a:off x="11793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7"/>
            <p:cNvSpPr/>
            <p:nvPr/>
          </p:nvSpPr>
          <p:spPr>
            <a:xfrm>
              <a:off x="13359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7"/>
            <p:cNvSpPr/>
            <p:nvPr/>
          </p:nvSpPr>
          <p:spPr>
            <a:xfrm>
              <a:off x="14925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7"/>
            <p:cNvSpPr/>
            <p:nvPr/>
          </p:nvSpPr>
          <p:spPr>
            <a:xfrm>
              <a:off x="1649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1" name="Google Shape;431;p7"/>
          <p:cNvGrpSpPr/>
          <p:nvPr/>
        </p:nvGrpSpPr>
        <p:grpSpPr>
          <a:xfrm>
            <a:off x="8538438" y="3287825"/>
            <a:ext cx="817800" cy="841338"/>
            <a:chOff x="866125" y="3600675"/>
            <a:chExt cx="817800" cy="841338"/>
          </a:xfrm>
        </p:grpSpPr>
        <p:sp>
          <p:nvSpPr>
            <p:cNvPr id="432" name="Google Shape;432;p7"/>
            <p:cNvSpPr/>
            <p:nvPr/>
          </p:nvSpPr>
          <p:spPr>
            <a:xfrm>
              <a:off x="866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7"/>
            <p:cNvSpPr/>
            <p:nvPr/>
          </p:nvSpPr>
          <p:spPr>
            <a:xfrm>
              <a:off x="10227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7"/>
            <p:cNvSpPr/>
            <p:nvPr/>
          </p:nvSpPr>
          <p:spPr>
            <a:xfrm>
              <a:off x="11793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7"/>
            <p:cNvSpPr/>
            <p:nvPr/>
          </p:nvSpPr>
          <p:spPr>
            <a:xfrm>
              <a:off x="13359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7"/>
            <p:cNvSpPr/>
            <p:nvPr/>
          </p:nvSpPr>
          <p:spPr>
            <a:xfrm>
              <a:off x="14925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7"/>
            <p:cNvSpPr/>
            <p:nvPr/>
          </p:nvSpPr>
          <p:spPr>
            <a:xfrm>
              <a:off x="1649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7"/>
            <p:cNvSpPr/>
            <p:nvPr/>
          </p:nvSpPr>
          <p:spPr>
            <a:xfrm>
              <a:off x="866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7"/>
            <p:cNvSpPr/>
            <p:nvPr/>
          </p:nvSpPr>
          <p:spPr>
            <a:xfrm>
              <a:off x="10227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7"/>
            <p:cNvSpPr/>
            <p:nvPr/>
          </p:nvSpPr>
          <p:spPr>
            <a:xfrm>
              <a:off x="11793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7"/>
            <p:cNvSpPr/>
            <p:nvPr/>
          </p:nvSpPr>
          <p:spPr>
            <a:xfrm>
              <a:off x="13359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7"/>
            <p:cNvSpPr/>
            <p:nvPr/>
          </p:nvSpPr>
          <p:spPr>
            <a:xfrm>
              <a:off x="14925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7"/>
            <p:cNvSpPr/>
            <p:nvPr/>
          </p:nvSpPr>
          <p:spPr>
            <a:xfrm>
              <a:off x="1649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7"/>
            <p:cNvSpPr/>
            <p:nvPr/>
          </p:nvSpPr>
          <p:spPr>
            <a:xfrm>
              <a:off x="866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7"/>
            <p:cNvSpPr/>
            <p:nvPr/>
          </p:nvSpPr>
          <p:spPr>
            <a:xfrm>
              <a:off x="10227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7"/>
            <p:cNvSpPr/>
            <p:nvPr/>
          </p:nvSpPr>
          <p:spPr>
            <a:xfrm>
              <a:off x="11793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7"/>
            <p:cNvSpPr/>
            <p:nvPr/>
          </p:nvSpPr>
          <p:spPr>
            <a:xfrm>
              <a:off x="13359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7"/>
            <p:cNvSpPr/>
            <p:nvPr/>
          </p:nvSpPr>
          <p:spPr>
            <a:xfrm>
              <a:off x="14925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7"/>
            <p:cNvSpPr/>
            <p:nvPr/>
          </p:nvSpPr>
          <p:spPr>
            <a:xfrm>
              <a:off x="1649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7"/>
            <p:cNvSpPr/>
            <p:nvPr/>
          </p:nvSpPr>
          <p:spPr>
            <a:xfrm>
              <a:off x="866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7"/>
            <p:cNvSpPr/>
            <p:nvPr/>
          </p:nvSpPr>
          <p:spPr>
            <a:xfrm>
              <a:off x="10227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7"/>
            <p:cNvSpPr/>
            <p:nvPr/>
          </p:nvSpPr>
          <p:spPr>
            <a:xfrm>
              <a:off x="11793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7"/>
            <p:cNvSpPr/>
            <p:nvPr/>
          </p:nvSpPr>
          <p:spPr>
            <a:xfrm>
              <a:off x="13359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7"/>
            <p:cNvSpPr/>
            <p:nvPr/>
          </p:nvSpPr>
          <p:spPr>
            <a:xfrm>
              <a:off x="14925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7"/>
            <p:cNvSpPr/>
            <p:nvPr/>
          </p:nvSpPr>
          <p:spPr>
            <a:xfrm>
              <a:off x="1649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7"/>
            <p:cNvSpPr/>
            <p:nvPr/>
          </p:nvSpPr>
          <p:spPr>
            <a:xfrm>
              <a:off x="866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7"/>
            <p:cNvSpPr/>
            <p:nvPr/>
          </p:nvSpPr>
          <p:spPr>
            <a:xfrm>
              <a:off x="10227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7"/>
            <p:cNvSpPr/>
            <p:nvPr/>
          </p:nvSpPr>
          <p:spPr>
            <a:xfrm>
              <a:off x="11793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7"/>
            <p:cNvSpPr/>
            <p:nvPr/>
          </p:nvSpPr>
          <p:spPr>
            <a:xfrm>
              <a:off x="13359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7"/>
            <p:cNvSpPr/>
            <p:nvPr/>
          </p:nvSpPr>
          <p:spPr>
            <a:xfrm>
              <a:off x="14925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7"/>
            <p:cNvSpPr/>
            <p:nvPr/>
          </p:nvSpPr>
          <p:spPr>
            <a:xfrm>
              <a:off x="1649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9001" name="RUG logo"/>
          <p:cNvPicPr>
            <a:picLocks noChangeAspect="1"/>
          </p:cNvPicPr>
          <p:nvPr/>
        </p:nvPicPr>
        <p:blipFill>
          <a:blip r:embed="rId3"/>
          <a:stretch>
            <a:fillRect/>
          </a:stretch>
        </p:blipFill>
        <p:spPr>
          <a:xfrm>
            <a:off x="7498080" y="182880"/>
            <a:ext cx="1234440" cy="289865"/>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62" name="Shape 462"/>
        <p:cNvGrpSpPr/>
        <p:nvPr/>
      </p:nvGrpSpPr>
      <p:grpSpPr>
        <a:xfrm>
          <a:off x="0" y="0"/>
          <a:ext cx="0" cy="0"/>
          <a:chOff x="0" y="0"/>
          <a:chExt cx="0" cy="0"/>
        </a:xfrm>
      </p:grpSpPr>
      <p:pic>
        <p:nvPicPr>
          <p:cNvPr id="463" name="Google Shape;463;p8"/>
          <p:cNvPicPr preferRelativeResize="0"/>
          <p:nvPr/>
        </p:nvPicPr>
        <p:blipFill rotWithShape="1">
          <a:blip r:embed="rId2">
            <a:alphaModFix amt="22000"/>
          </a:blip>
          <a:srcRect b="0" l="0" r="0" t="0"/>
          <a:stretch/>
        </p:blipFill>
        <p:spPr>
          <a:xfrm>
            <a:off x="25" y="0"/>
            <a:ext cx="9144003" cy="5143501"/>
          </a:xfrm>
          <a:prstGeom prst="rect">
            <a:avLst/>
          </a:prstGeom>
          <a:noFill/>
          <a:ln>
            <a:noFill/>
          </a:ln>
        </p:spPr>
      </p:pic>
      <p:sp>
        <p:nvSpPr>
          <p:cNvPr id="464" name="Google Shape;464;p8"/>
          <p:cNvSpPr txBox="1"/>
          <p:nvPr>
            <p:ph type="title"/>
          </p:nvPr>
        </p:nvSpPr>
        <p:spPr>
          <a:xfrm>
            <a:off x="734975" y="1168650"/>
            <a:ext cx="7674000" cy="28062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83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65" name="Google Shape;465;p8"/>
          <p:cNvSpPr/>
          <p:nvPr/>
        </p:nvSpPr>
        <p:spPr>
          <a:xfrm>
            <a:off x="190500" y="190500"/>
            <a:ext cx="8759700" cy="4762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8"/>
          <p:cNvSpPr txBox="1"/>
          <p:nvPr>
            <p:ph idx="12" type="sldNum"/>
          </p:nvPr>
        </p:nvSpPr>
        <p:spPr>
          <a:xfrm>
            <a:off x="8250500" y="4608500"/>
            <a:ext cx="695100" cy="279300"/>
          </a:xfrm>
          <a:prstGeom prst="rect">
            <a:avLst/>
          </a:prstGeom>
        </p:spPr>
        <p:txBody>
          <a:bodyPr anchorCtr="0" anchor="ctr" bIns="91425" lIns="91425" spcFirstLastPara="1" rIns="91425" wrap="square" tIns="91425">
            <a:noAutofit/>
          </a:bodyPr>
          <a:lstStyle>
            <a:lvl1pPr lvl="0" rtl="0" algn="ctr">
              <a:buNone/>
              <a:defRPr b="1" sz="1900">
                <a:solidFill>
                  <a:schemeClr val="lt1"/>
                </a:solidFill>
                <a:latin typeface="Bebas Neue"/>
                <a:ea typeface="Bebas Neue"/>
                <a:cs typeface="Bebas Neue"/>
                <a:sym typeface="Bebas Neue"/>
              </a:defRPr>
            </a:lvl1pPr>
            <a:lvl2pPr lvl="1" rtl="0" algn="ctr">
              <a:buNone/>
              <a:defRPr b="1" sz="1900">
                <a:solidFill>
                  <a:schemeClr val="lt1"/>
                </a:solidFill>
                <a:latin typeface="Bebas Neue"/>
                <a:ea typeface="Bebas Neue"/>
                <a:cs typeface="Bebas Neue"/>
                <a:sym typeface="Bebas Neue"/>
              </a:defRPr>
            </a:lvl2pPr>
            <a:lvl3pPr lvl="2" rtl="0" algn="ctr">
              <a:buNone/>
              <a:defRPr b="1" sz="1900">
                <a:solidFill>
                  <a:schemeClr val="lt1"/>
                </a:solidFill>
                <a:latin typeface="Bebas Neue"/>
                <a:ea typeface="Bebas Neue"/>
                <a:cs typeface="Bebas Neue"/>
                <a:sym typeface="Bebas Neue"/>
              </a:defRPr>
            </a:lvl3pPr>
            <a:lvl4pPr lvl="3" rtl="0" algn="ctr">
              <a:buNone/>
              <a:defRPr b="1" sz="1900">
                <a:solidFill>
                  <a:schemeClr val="lt1"/>
                </a:solidFill>
                <a:latin typeface="Bebas Neue"/>
                <a:ea typeface="Bebas Neue"/>
                <a:cs typeface="Bebas Neue"/>
                <a:sym typeface="Bebas Neue"/>
              </a:defRPr>
            </a:lvl4pPr>
            <a:lvl5pPr lvl="4" rtl="0" algn="ctr">
              <a:buNone/>
              <a:defRPr b="1" sz="1900">
                <a:solidFill>
                  <a:schemeClr val="lt1"/>
                </a:solidFill>
                <a:latin typeface="Bebas Neue"/>
                <a:ea typeface="Bebas Neue"/>
                <a:cs typeface="Bebas Neue"/>
                <a:sym typeface="Bebas Neue"/>
              </a:defRPr>
            </a:lvl5pPr>
            <a:lvl6pPr lvl="5" rtl="0" algn="ctr">
              <a:buNone/>
              <a:defRPr b="1" sz="1900">
                <a:solidFill>
                  <a:schemeClr val="lt1"/>
                </a:solidFill>
                <a:latin typeface="Bebas Neue"/>
                <a:ea typeface="Bebas Neue"/>
                <a:cs typeface="Bebas Neue"/>
                <a:sym typeface="Bebas Neue"/>
              </a:defRPr>
            </a:lvl6pPr>
            <a:lvl7pPr lvl="6" rtl="0" algn="ctr">
              <a:buNone/>
              <a:defRPr b="1" sz="1900">
                <a:solidFill>
                  <a:schemeClr val="lt1"/>
                </a:solidFill>
                <a:latin typeface="Bebas Neue"/>
                <a:ea typeface="Bebas Neue"/>
                <a:cs typeface="Bebas Neue"/>
                <a:sym typeface="Bebas Neue"/>
              </a:defRPr>
            </a:lvl7pPr>
            <a:lvl8pPr lvl="7" rtl="0" algn="ctr">
              <a:buNone/>
              <a:defRPr b="1" sz="1900">
                <a:solidFill>
                  <a:schemeClr val="lt1"/>
                </a:solidFill>
                <a:latin typeface="Bebas Neue"/>
                <a:ea typeface="Bebas Neue"/>
                <a:cs typeface="Bebas Neue"/>
                <a:sym typeface="Bebas Neue"/>
              </a:defRPr>
            </a:lvl8pPr>
            <a:lvl9pPr lvl="8" rtl="0" algn="ctr">
              <a:buNone/>
              <a:defRPr b="1" sz="1900">
                <a:solidFill>
                  <a:schemeClr val="lt1"/>
                </a:solidFill>
                <a:latin typeface="Bebas Neue"/>
                <a:ea typeface="Bebas Neue"/>
                <a:cs typeface="Bebas Neue"/>
                <a:sym typeface="Bebas Neue"/>
              </a:defRPr>
            </a:lvl9pPr>
          </a:lstStyle>
          <a:p>
            <a:pPr indent="0" lvl="0" marL="0" rtl="0" algn="ctr">
              <a:spcBef>
                <a:spcPts val="0"/>
              </a:spcBef>
              <a:spcAft>
                <a:spcPts val="0"/>
              </a:spcAft>
              <a:buNone/>
            </a:pPr>
            <a:fld id="{00000000-1234-1234-1234-123412341234}" type="slidenum">
              <a:rPr lang="en"/>
              <a:t>‹#›</a:t>
            </a:fld>
            <a:endParaRPr/>
          </a:p>
        </p:txBody>
      </p:sp>
      <p:pic>
        <p:nvPicPr>
          <p:cNvPr id="9001" name="RUG logo"/>
          <p:cNvPicPr>
            <a:picLocks noChangeAspect="1"/>
          </p:cNvPicPr>
          <p:nvPr/>
        </p:nvPicPr>
        <p:blipFill>
          <a:blip r:embed="rId3"/>
          <a:stretch>
            <a:fillRect/>
          </a:stretch>
        </p:blipFill>
        <p:spPr>
          <a:xfrm>
            <a:off x="7498080" y="182880"/>
            <a:ext cx="1234440" cy="289865"/>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67" name="Shape 467"/>
        <p:cNvGrpSpPr/>
        <p:nvPr/>
      </p:nvGrpSpPr>
      <p:grpSpPr>
        <a:xfrm>
          <a:off x="0" y="0"/>
          <a:ext cx="0" cy="0"/>
          <a:chOff x="0" y="0"/>
          <a:chExt cx="0" cy="0"/>
        </a:xfrm>
      </p:grpSpPr>
      <p:pic>
        <p:nvPicPr>
          <p:cNvPr id="468" name="Google Shape;468;p9"/>
          <p:cNvPicPr preferRelativeResize="0"/>
          <p:nvPr/>
        </p:nvPicPr>
        <p:blipFill rotWithShape="1">
          <a:blip r:embed="rId2">
            <a:alphaModFix amt="22000"/>
          </a:blip>
          <a:srcRect b="0" l="0" r="0" t="0"/>
          <a:stretch/>
        </p:blipFill>
        <p:spPr>
          <a:xfrm>
            <a:off x="25" y="0"/>
            <a:ext cx="9144003" cy="5143501"/>
          </a:xfrm>
          <a:prstGeom prst="rect">
            <a:avLst/>
          </a:prstGeom>
          <a:noFill/>
          <a:ln>
            <a:noFill/>
          </a:ln>
        </p:spPr>
      </p:pic>
      <p:sp>
        <p:nvSpPr>
          <p:cNvPr id="469" name="Google Shape;469;p9"/>
          <p:cNvSpPr/>
          <p:nvPr/>
        </p:nvSpPr>
        <p:spPr>
          <a:xfrm>
            <a:off x="190500" y="190500"/>
            <a:ext cx="8759700" cy="4762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9"/>
          <p:cNvSpPr/>
          <p:nvPr/>
        </p:nvSpPr>
        <p:spPr>
          <a:xfrm>
            <a:off x="8499350" y="2119673"/>
            <a:ext cx="1555800" cy="1555800"/>
          </a:xfrm>
          <a:prstGeom prst="ellipse">
            <a:avLst/>
          </a:prstGeom>
          <a:solidFill>
            <a:srgbClr val="EFEDDE">
              <a:alpha val="816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1" name="Google Shape;471;p9"/>
          <p:cNvGrpSpPr/>
          <p:nvPr/>
        </p:nvGrpSpPr>
        <p:grpSpPr>
          <a:xfrm>
            <a:off x="1826700" y="4236125"/>
            <a:ext cx="817800" cy="841338"/>
            <a:chOff x="866125" y="3600675"/>
            <a:chExt cx="817800" cy="841338"/>
          </a:xfrm>
        </p:grpSpPr>
        <p:sp>
          <p:nvSpPr>
            <p:cNvPr id="472" name="Google Shape;472;p9"/>
            <p:cNvSpPr/>
            <p:nvPr/>
          </p:nvSpPr>
          <p:spPr>
            <a:xfrm>
              <a:off x="866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9"/>
            <p:cNvSpPr/>
            <p:nvPr/>
          </p:nvSpPr>
          <p:spPr>
            <a:xfrm>
              <a:off x="10227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9"/>
            <p:cNvSpPr/>
            <p:nvPr/>
          </p:nvSpPr>
          <p:spPr>
            <a:xfrm>
              <a:off x="11793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9"/>
            <p:cNvSpPr/>
            <p:nvPr/>
          </p:nvSpPr>
          <p:spPr>
            <a:xfrm>
              <a:off x="13359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9"/>
            <p:cNvSpPr/>
            <p:nvPr/>
          </p:nvSpPr>
          <p:spPr>
            <a:xfrm>
              <a:off x="14925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9"/>
            <p:cNvSpPr/>
            <p:nvPr/>
          </p:nvSpPr>
          <p:spPr>
            <a:xfrm>
              <a:off x="1649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9"/>
            <p:cNvSpPr/>
            <p:nvPr/>
          </p:nvSpPr>
          <p:spPr>
            <a:xfrm>
              <a:off x="866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9"/>
            <p:cNvSpPr/>
            <p:nvPr/>
          </p:nvSpPr>
          <p:spPr>
            <a:xfrm>
              <a:off x="10227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9"/>
            <p:cNvSpPr/>
            <p:nvPr/>
          </p:nvSpPr>
          <p:spPr>
            <a:xfrm>
              <a:off x="11793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9"/>
            <p:cNvSpPr/>
            <p:nvPr/>
          </p:nvSpPr>
          <p:spPr>
            <a:xfrm>
              <a:off x="13359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9"/>
            <p:cNvSpPr/>
            <p:nvPr/>
          </p:nvSpPr>
          <p:spPr>
            <a:xfrm>
              <a:off x="14925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9"/>
            <p:cNvSpPr/>
            <p:nvPr/>
          </p:nvSpPr>
          <p:spPr>
            <a:xfrm>
              <a:off x="1649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9"/>
            <p:cNvSpPr/>
            <p:nvPr/>
          </p:nvSpPr>
          <p:spPr>
            <a:xfrm>
              <a:off x="866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9"/>
            <p:cNvSpPr/>
            <p:nvPr/>
          </p:nvSpPr>
          <p:spPr>
            <a:xfrm>
              <a:off x="10227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9"/>
            <p:cNvSpPr/>
            <p:nvPr/>
          </p:nvSpPr>
          <p:spPr>
            <a:xfrm>
              <a:off x="11793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9"/>
            <p:cNvSpPr/>
            <p:nvPr/>
          </p:nvSpPr>
          <p:spPr>
            <a:xfrm>
              <a:off x="13359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9"/>
            <p:cNvSpPr/>
            <p:nvPr/>
          </p:nvSpPr>
          <p:spPr>
            <a:xfrm>
              <a:off x="14925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9"/>
            <p:cNvSpPr/>
            <p:nvPr/>
          </p:nvSpPr>
          <p:spPr>
            <a:xfrm>
              <a:off x="1649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9"/>
            <p:cNvSpPr/>
            <p:nvPr/>
          </p:nvSpPr>
          <p:spPr>
            <a:xfrm>
              <a:off x="866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9"/>
            <p:cNvSpPr/>
            <p:nvPr/>
          </p:nvSpPr>
          <p:spPr>
            <a:xfrm>
              <a:off x="10227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9"/>
            <p:cNvSpPr/>
            <p:nvPr/>
          </p:nvSpPr>
          <p:spPr>
            <a:xfrm>
              <a:off x="11793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9"/>
            <p:cNvSpPr/>
            <p:nvPr/>
          </p:nvSpPr>
          <p:spPr>
            <a:xfrm>
              <a:off x="13359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9"/>
            <p:cNvSpPr/>
            <p:nvPr/>
          </p:nvSpPr>
          <p:spPr>
            <a:xfrm>
              <a:off x="14925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9"/>
            <p:cNvSpPr/>
            <p:nvPr/>
          </p:nvSpPr>
          <p:spPr>
            <a:xfrm>
              <a:off x="1649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9"/>
            <p:cNvSpPr/>
            <p:nvPr/>
          </p:nvSpPr>
          <p:spPr>
            <a:xfrm>
              <a:off x="866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9"/>
            <p:cNvSpPr/>
            <p:nvPr/>
          </p:nvSpPr>
          <p:spPr>
            <a:xfrm>
              <a:off x="10227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9"/>
            <p:cNvSpPr/>
            <p:nvPr/>
          </p:nvSpPr>
          <p:spPr>
            <a:xfrm>
              <a:off x="11793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9"/>
            <p:cNvSpPr/>
            <p:nvPr/>
          </p:nvSpPr>
          <p:spPr>
            <a:xfrm>
              <a:off x="13359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9"/>
            <p:cNvSpPr/>
            <p:nvPr/>
          </p:nvSpPr>
          <p:spPr>
            <a:xfrm>
              <a:off x="14925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9"/>
            <p:cNvSpPr/>
            <p:nvPr/>
          </p:nvSpPr>
          <p:spPr>
            <a:xfrm>
              <a:off x="1649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2" name="Google Shape;502;p9"/>
          <p:cNvGrpSpPr/>
          <p:nvPr/>
        </p:nvGrpSpPr>
        <p:grpSpPr>
          <a:xfrm>
            <a:off x="895525" y="4236125"/>
            <a:ext cx="817800" cy="841338"/>
            <a:chOff x="866125" y="3600675"/>
            <a:chExt cx="817800" cy="841338"/>
          </a:xfrm>
        </p:grpSpPr>
        <p:sp>
          <p:nvSpPr>
            <p:cNvPr id="503" name="Google Shape;503;p9"/>
            <p:cNvSpPr/>
            <p:nvPr/>
          </p:nvSpPr>
          <p:spPr>
            <a:xfrm>
              <a:off x="866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9"/>
            <p:cNvSpPr/>
            <p:nvPr/>
          </p:nvSpPr>
          <p:spPr>
            <a:xfrm>
              <a:off x="10227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9"/>
            <p:cNvSpPr/>
            <p:nvPr/>
          </p:nvSpPr>
          <p:spPr>
            <a:xfrm>
              <a:off x="11793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9"/>
            <p:cNvSpPr/>
            <p:nvPr/>
          </p:nvSpPr>
          <p:spPr>
            <a:xfrm>
              <a:off x="13359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9"/>
            <p:cNvSpPr/>
            <p:nvPr/>
          </p:nvSpPr>
          <p:spPr>
            <a:xfrm>
              <a:off x="14925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9"/>
            <p:cNvSpPr/>
            <p:nvPr/>
          </p:nvSpPr>
          <p:spPr>
            <a:xfrm>
              <a:off x="1649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9"/>
            <p:cNvSpPr/>
            <p:nvPr/>
          </p:nvSpPr>
          <p:spPr>
            <a:xfrm>
              <a:off x="866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9"/>
            <p:cNvSpPr/>
            <p:nvPr/>
          </p:nvSpPr>
          <p:spPr>
            <a:xfrm>
              <a:off x="10227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9"/>
            <p:cNvSpPr/>
            <p:nvPr/>
          </p:nvSpPr>
          <p:spPr>
            <a:xfrm>
              <a:off x="11793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9"/>
            <p:cNvSpPr/>
            <p:nvPr/>
          </p:nvSpPr>
          <p:spPr>
            <a:xfrm>
              <a:off x="13359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9"/>
            <p:cNvSpPr/>
            <p:nvPr/>
          </p:nvSpPr>
          <p:spPr>
            <a:xfrm>
              <a:off x="14925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9"/>
            <p:cNvSpPr/>
            <p:nvPr/>
          </p:nvSpPr>
          <p:spPr>
            <a:xfrm>
              <a:off x="1649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9"/>
            <p:cNvSpPr/>
            <p:nvPr/>
          </p:nvSpPr>
          <p:spPr>
            <a:xfrm>
              <a:off x="866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9"/>
            <p:cNvSpPr/>
            <p:nvPr/>
          </p:nvSpPr>
          <p:spPr>
            <a:xfrm>
              <a:off x="10227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9"/>
            <p:cNvSpPr/>
            <p:nvPr/>
          </p:nvSpPr>
          <p:spPr>
            <a:xfrm>
              <a:off x="11793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9"/>
            <p:cNvSpPr/>
            <p:nvPr/>
          </p:nvSpPr>
          <p:spPr>
            <a:xfrm>
              <a:off x="13359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9"/>
            <p:cNvSpPr/>
            <p:nvPr/>
          </p:nvSpPr>
          <p:spPr>
            <a:xfrm>
              <a:off x="14925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9"/>
            <p:cNvSpPr/>
            <p:nvPr/>
          </p:nvSpPr>
          <p:spPr>
            <a:xfrm>
              <a:off x="1649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9"/>
            <p:cNvSpPr/>
            <p:nvPr/>
          </p:nvSpPr>
          <p:spPr>
            <a:xfrm>
              <a:off x="866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9"/>
            <p:cNvSpPr/>
            <p:nvPr/>
          </p:nvSpPr>
          <p:spPr>
            <a:xfrm>
              <a:off x="10227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9"/>
            <p:cNvSpPr/>
            <p:nvPr/>
          </p:nvSpPr>
          <p:spPr>
            <a:xfrm>
              <a:off x="11793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9"/>
            <p:cNvSpPr/>
            <p:nvPr/>
          </p:nvSpPr>
          <p:spPr>
            <a:xfrm>
              <a:off x="13359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9"/>
            <p:cNvSpPr/>
            <p:nvPr/>
          </p:nvSpPr>
          <p:spPr>
            <a:xfrm>
              <a:off x="14925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9"/>
            <p:cNvSpPr/>
            <p:nvPr/>
          </p:nvSpPr>
          <p:spPr>
            <a:xfrm>
              <a:off x="1649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9"/>
            <p:cNvSpPr/>
            <p:nvPr/>
          </p:nvSpPr>
          <p:spPr>
            <a:xfrm>
              <a:off x="866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9"/>
            <p:cNvSpPr/>
            <p:nvPr/>
          </p:nvSpPr>
          <p:spPr>
            <a:xfrm>
              <a:off x="10227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9"/>
            <p:cNvSpPr/>
            <p:nvPr/>
          </p:nvSpPr>
          <p:spPr>
            <a:xfrm>
              <a:off x="11793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9"/>
            <p:cNvSpPr/>
            <p:nvPr/>
          </p:nvSpPr>
          <p:spPr>
            <a:xfrm>
              <a:off x="13359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9"/>
            <p:cNvSpPr/>
            <p:nvPr/>
          </p:nvSpPr>
          <p:spPr>
            <a:xfrm>
              <a:off x="14925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9"/>
            <p:cNvSpPr/>
            <p:nvPr/>
          </p:nvSpPr>
          <p:spPr>
            <a:xfrm>
              <a:off x="1649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3" name="Google Shape;533;p9"/>
          <p:cNvSpPr txBox="1"/>
          <p:nvPr>
            <p:ph idx="1" type="subTitle"/>
          </p:nvPr>
        </p:nvSpPr>
        <p:spPr>
          <a:xfrm>
            <a:off x="4572000" y="1632925"/>
            <a:ext cx="3837000" cy="2529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D1B4E5"/>
              </a:buClr>
              <a:buSzPts val="1500"/>
              <a:buAutoNum type="arabicPeriod"/>
              <a:defRPr b="0"/>
            </a:lvl1pPr>
            <a:lvl2pPr lvl="1" rtl="0" algn="ctr">
              <a:lnSpc>
                <a:spcPct val="100000"/>
              </a:lnSpc>
              <a:spcBef>
                <a:spcPts val="0"/>
              </a:spcBef>
              <a:spcAft>
                <a:spcPts val="0"/>
              </a:spcAft>
              <a:buClr>
                <a:srgbClr val="000000"/>
              </a:buClr>
              <a:buSzPts val="1400"/>
              <a:buFont typeface="Arimo"/>
              <a:buAutoNum type="alphaLcPeriod"/>
              <a:defRPr/>
            </a:lvl2pPr>
            <a:lvl3pPr lvl="2" rtl="0" algn="ctr">
              <a:lnSpc>
                <a:spcPct val="100000"/>
              </a:lnSpc>
              <a:spcBef>
                <a:spcPts val="0"/>
              </a:spcBef>
              <a:spcAft>
                <a:spcPts val="0"/>
              </a:spcAft>
              <a:buClr>
                <a:srgbClr val="000000"/>
              </a:buClr>
              <a:buSzPts val="1400"/>
              <a:buFont typeface="Arimo"/>
              <a:buAutoNum type="romanLcPeriod"/>
              <a:defRPr/>
            </a:lvl3pPr>
            <a:lvl4pPr lvl="3" rtl="0" algn="ctr">
              <a:lnSpc>
                <a:spcPct val="100000"/>
              </a:lnSpc>
              <a:spcBef>
                <a:spcPts val="0"/>
              </a:spcBef>
              <a:spcAft>
                <a:spcPts val="0"/>
              </a:spcAft>
              <a:buClr>
                <a:srgbClr val="000000"/>
              </a:buClr>
              <a:buSzPts val="1400"/>
              <a:buFont typeface="Arimo"/>
              <a:buAutoNum type="arabicPeriod"/>
              <a:defRPr/>
            </a:lvl4pPr>
            <a:lvl5pPr lvl="4" rtl="0" algn="ctr">
              <a:lnSpc>
                <a:spcPct val="100000"/>
              </a:lnSpc>
              <a:spcBef>
                <a:spcPts val="0"/>
              </a:spcBef>
              <a:spcAft>
                <a:spcPts val="0"/>
              </a:spcAft>
              <a:buClr>
                <a:srgbClr val="000000"/>
              </a:buClr>
              <a:buSzPts val="1400"/>
              <a:buFont typeface="Arimo"/>
              <a:buAutoNum type="alphaLcPeriod"/>
              <a:defRPr/>
            </a:lvl5pPr>
            <a:lvl6pPr lvl="5" rtl="0" algn="ctr">
              <a:lnSpc>
                <a:spcPct val="100000"/>
              </a:lnSpc>
              <a:spcBef>
                <a:spcPts val="0"/>
              </a:spcBef>
              <a:spcAft>
                <a:spcPts val="0"/>
              </a:spcAft>
              <a:buClr>
                <a:srgbClr val="000000"/>
              </a:buClr>
              <a:buSzPts val="1400"/>
              <a:buFont typeface="Arimo"/>
              <a:buAutoNum type="romanLcPeriod"/>
              <a:defRPr/>
            </a:lvl6pPr>
            <a:lvl7pPr lvl="6" rtl="0" algn="ctr">
              <a:lnSpc>
                <a:spcPct val="100000"/>
              </a:lnSpc>
              <a:spcBef>
                <a:spcPts val="0"/>
              </a:spcBef>
              <a:spcAft>
                <a:spcPts val="0"/>
              </a:spcAft>
              <a:buClr>
                <a:srgbClr val="000000"/>
              </a:buClr>
              <a:buSzPts val="1400"/>
              <a:buFont typeface="Arimo"/>
              <a:buAutoNum type="arabicPeriod"/>
              <a:defRPr/>
            </a:lvl7pPr>
            <a:lvl8pPr lvl="7" rtl="0" algn="ctr">
              <a:lnSpc>
                <a:spcPct val="100000"/>
              </a:lnSpc>
              <a:spcBef>
                <a:spcPts val="0"/>
              </a:spcBef>
              <a:spcAft>
                <a:spcPts val="0"/>
              </a:spcAft>
              <a:buClr>
                <a:srgbClr val="000000"/>
              </a:buClr>
              <a:buSzPts val="1400"/>
              <a:buFont typeface="Arimo"/>
              <a:buAutoNum type="alphaLcPeriod"/>
              <a:defRPr/>
            </a:lvl8pPr>
            <a:lvl9pPr lvl="8" rtl="0" algn="ctr">
              <a:lnSpc>
                <a:spcPct val="100000"/>
              </a:lnSpc>
              <a:spcBef>
                <a:spcPts val="0"/>
              </a:spcBef>
              <a:spcAft>
                <a:spcPts val="0"/>
              </a:spcAft>
              <a:buClr>
                <a:srgbClr val="000000"/>
              </a:buClr>
              <a:buSzPts val="1400"/>
              <a:buFont typeface="Arimo"/>
              <a:buAutoNum type="romanLcPeriod"/>
              <a:defRPr/>
            </a:lvl9pPr>
          </a:lstStyle>
          <a:p/>
        </p:txBody>
      </p:sp>
      <p:sp>
        <p:nvSpPr>
          <p:cNvPr id="534" name="Google Shape;534;p9"/>
          <p:cNvSpPr txBox="1"/>
          <p:nvPr>
            <p:ph idx="12" type="sldNum"/>
          </p:nvPr>
        </p:nvSpPr>
        <p:spPr>
          <a:xfrm>
            <a:off x="8250500" y="4608500"/>
            <a:ext cx="695100" cy="279300"/>
          </a:xfrm>
          <a:prstGeom prst="rect">
            <a:avLst/>
          </a:prstGeom>
        </p:spPr>
        <p:txBody>
          <a:bodyPr anchorCtr="0" anchor="ctr" bIns="91425" lIns="91425" spcFirstLastPara="1" rIns="91425" wrap="square" tIns="91425">
            <a:noAutofit/>
          </a:bodyPr>
          <a:lstStyle>
            <a:lvl1pPr lvl="0" rtl="0" algn="ctr">
              <a:buNone/>
              <a:defRPr b="1" sz="1900">
                <a:solidFill>
                  <a:schemeClr val="lt1"/>
                </a:solidFill>
                <a:latin typeface="Bebas Neue"/>
                <a:ea typeface="Bebas Neue"/>
                <a:cs typeface="Bebas Neue"/>
                <a:sym typeface="Bebas Neue"/>
              </a:defRPr>
            </a:lvl1pPr>
            <a:lvl2pPr lvl="1" rtl="0" algn="ctr">
              <a:buNone/>
              <a:defRPr b="1" sz="1900">
                <a:solidFill>
                  <a:schemeClr val="lt1"/>
                </a:solidFill>
                <a:latin typeface="Bebas Neue"/>
                <a:ea typeface="Bebas Neue"/>
                <a:cs typeface="Bebas Neue"/>
                <a:sym typeface="Bebas Neue"/>
              </a:defRPr>
            </a:lvl2pPr>
            <a:lvl3pPr lvl="2" rtl="0" algn="ctr">
              <a:buNone/>
              <a:defRPr b="1" sz="1900">
                <a:solidFill>
                  <a:schemeClr val="lt1"/>
                </a:solidFill>
                <a:latin typeface="Bebas Neue"/>
                <a:ea typeface="Bebas Neue"/>
                <a:cs typeface="Bebas Neue"/>
                <a:sym typeface="Bebas Neue"/>
              </a:defRPr>
            </a:lvl3pPr>
            <a:lvl4pPr lvl="3" rtl="0" algn="ctr">
              <a:buNone/>
              <a:defRPr b="1" sz="1900">
                <a:solidFill>
                  <a:schemeClr val="lt1"/>
                </a:solidFill>
                <a:latin typeface="Bebas Neue"/>
                <a:ea typeface="Bebas Neue"/>
                <a:cs typeface="Bebas Neue"/>
                <a:sym typeface="Bebas Neue"/>
              </a:defRPr>
            </a:lvl4pPr>
            <a:lvl5pPr lvl="4" rtl="0" algn="ctr">
              <a:buNone/>
              <a:defRPr b="1" sz="1900">
                <a:solidFill>
                  <a:schemeClr val="lt1"/>
                </a:solidFill>
                <a:latin typeface="Bebas Neue"/>
                <a:ea typeface="Bebas Neue"/>
                <a:cs typeface="Bebas Neue"/>
                <a:sym typeface="Bebas Neue"/>
              </a:defRPr>
            </a:lvl5pPr>
            <a:lvl6pPr lvl="5" rtl="0" algn="ctr">
              <a:buNone/>
              <a:defRPr b="1" sz="1900">
                <a:solidFill>
                  <a:schemeClr val="lt1"/>
                </a:solidFill>
                <a:latin typeface="Bebas Neue"/>
                <a:ea typeface="Bebas Neue"/>
                <a:cs typeface="Bebas Neue"/>
                <a:sym typeface="Bebas Neue"/>
              </a:defRPr>
            </a:lvl6pPr>
            <a:lvl7pPr lvl="6" rtl="0" algn="ctr">
              <a:buNone/>
              <a:defRPr b="1" sz="1900">
                <a:solidFill>
                  <a:schemeClr val="lt1"/>
                </a:solidFill>
                <a:latin typeface="Bebas Neue"/>
                <a:ea typeface="Bebas Neue"/>
                <a:cs typeface="Bebas Neue"/>
                <a:sym typeface="Bebas Neue"/>
              </a:defRPr>
            </a:lvl7pPr>
            <a:lvl8pPr lvl="7" rtl="0" algn="ctr">
              <a:buNone/>
              <a:defRPr b="1" sz="1900">
                <a:solidFill>
                  <a:schemeClr val="lt1"/>
                </a:solidFill>
                <a:latin typeface="Bebas Neue"/>
                <a:ea typeface="Bebas Neue"/>
                <a:cs typeface="Bebas Neue"/>
                <a:sym typeface="Bebas Neue"/>
              </a:defRPr>
            </a:lvl8pPr>
            <a:lvl9pPr lvl="8" rtl="0" algn="ctr">
              <a:buNone/>
              <a:defRPr b="1" sz="1900">
                <a:solidFill>
                  <a:schemeClr val="lt1"/>
                </a:solidFill>
                <a:latin typeface="Bebas Neue"/>
                <a:ea typeface="Bebas Neue"/>
                <a:cs typeface="Bebas Neue"/>
                <a:sym typeface="Bebas Neue"/>
              </a:defRPr>
            </a:lvl9pPr>
          </a:lstStyle>
          <a:p>
            <a:pPr indent="0" lvl="0" marL="0" rtl="0" algn="ctr">
              <a:spcBef>
                <a:spcPts val="0"/>
              </a:spcBef>
              <a:spcAft>
                <a:spcPts val="0"/>
              </a:spcAft>
              <a:buNone/>
            </a:pPr>
            <a:fld id="{00000000-1234-1234-1234-123412341234}" type="slidenum">
              <a:rPr lang="en"/>
              <a:t>‹#›</a:t>
            </a:fld>
            <a:endParaRPr/>
          </a:p>
        </p:txBody>
      </p:sp>
      <p:sp>
        <p:nvSpPr>
          <p:cNvPr id="535" name="Google Shape;535;p9"/>
          <p:cNvSpPr txBox="1"/>
          <p:nvPr>
            <p:ph type="title"/>
          </p:nvPr>
        </p:nvSpPr>
        <p:spPr>
          <a:xfrm>
            <a:off x="4571850" y="457200"/>
            <a:ext cx="3837000" cy="11193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b="0" sz="32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36" name="Google Shape;536;p9"/>
          <p:cNvSpPr/>
          <p:nvPr>
            <p:ph idx="2" type="pic"/>
          </p:nvPr>
        </p:nvSpPr>
        <p:spPr>
          <a:xfrm>
            <a:off x="1162400" y="597600"/>
            <a:ext cx="2872200" cy="3948300"/>
          </a:xfrm>
          <a:prstGeom prst="rect">
            <a:avLst/>
          </a:prstGeom>
          <a:noFill/>
          <a:ln>
            <a:noFill/>
          </a:ln>
        </p:spPr>
      </p:sp>
      <p:pic>
        <p:nvPicPr>
          <p:cNvPr id="9001" name="RUG logo"/>
          <p:cNvPicPr>
            <a:picLocks noChangeAspect="1"/>
          </p:cNvPicPr>
          <p:nvPr/>
        </p:nvPicPr>
        <p:blipFill>
          <a:blip r:embed="rId3"/>
          <a:stretch>
            <a:fillRect/>
          </a:stretch>
        </p:blipFill>
        <p:spPr>
          <a:xfrm>
            <a:off x="7498080" y="182880"/>
            <a:ext cx="1234440" cy="289865"/>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37" name="Shape 537"/>
        <p:cNvGrpSpPr/>
        <p:nvPr/>
      </p:nvGrpSpPr>
      <p:grpSpPr>
        <a:xfrm>
          <a:off x="0" y="0"/>
          <a:ext cx="0" cy="0"/>
          <a:chOff x="0" y="0"/>
          <a:chExt cx="0" cy="0"/>
        </a:xfrm>
      </p:grpSpPr>
      <p:sp>
        <p:nvSpPr>
          <p:cNvPr id="538" name="Google Shape;538;p10"/>
          <p:cNvSpPr txBox="1"/>
          <p:nvPr>
            <p:ph type="title"/>
          </p:nvPr>
        </p:nvSpPr>
        <p:spPr>
          <a:xfrm>
            <a:off x="734975" y="4129000"/>
            <a:ext cx="7674000" cy="470700"/>
          </a:xfrm>
          <a:prstGeom prst="rect">
            <a:avLst/>
          </a:prstGeom>
          <a:noFill/>
          <a:ln>
            <a:noFill/>
          </a:ln>
        </p:spPr>
        <p:txBody>
          <a:bodyPr anchorCtr="0" anchor="t" bIns="91425" lIns="91425" spcFirstLastPara="1" rIns="91425" wrap="square" tIns="91425">
            <a:noAutofit/>
          </a:bodyPr>
          <a:lstStyle>
            <a:lvl1pPr lvl="0" rtl="0" algn="ctr">
              <a:lnSpc>
                <a:spcPct val="90000"/>
              </a:lnSpc>
              <a:spcBef>
                <a:spcPts val="0"/>
              </a:spcBef>
              <a:spcAft>
                <a:spcPts val="0"/>
              </a:spcAft>
              <a:buSzPts val="2700"/>
              <a:buNone/>
              <a:defRPr sz="22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cxnSp>
        <p:nvCxnSpPr>
          <p:cNvPr id="539" name="Google Shape;539;p10"/>
          <p:cNvCxnSpPr/>
          <p:nvPr/>
        </p:nvCxnSpPr>
        <p:spPr>
          <a:xfrm>
            <a:off x="0" y="527625"/>
            <a:ext cx="9165900" cy="0"/>
          </a:xfrm>
          <a:prstGeom prst="straightConnector1">
            <a:avLst/>
          </a:prstGeom>
          <a:noFill/>
          <a:ln cap="flat" cmpd="sng" w="19050">
            <a:solidFill>
              <a:schemeClr val="dk2"/>
            </a:solidFill>
            <a:prstDash val="solid"/>
            <a:round/>
            <a:headEnd len="med" w="med" type="none"/>
            <a:tailEnd len="med" w="med" type="none"/>
          </a:ln>
        </p:spPr>
      </p:cxnSp>
      <p:sp>
        <p:nvSpPr>
          <p:cNvPr id="540" name="Google Shape;540;p10"/>
          <p:cNvSpPr/>
          <p:nvPr/>
        </p:nvSpPr>
        <p:spPr>
          <a:xfrm>
            <a:off x="190500" y="190500"/>
            <a:ext cx="8759700" cy="4762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10"/>
          <p:cNvSpPr txBox="1"/>
          <p:nvPr>
            <p:ph idx="12" type="sldNum"/>
          </p:nvPr>
        </p:nvSpPr>
        <p:spPr>
          <a:xfrm>
            <a:off x="8250500" y="4608500"/>
            <a:ext cx="695100" cy="279300"/>
          </a:xfrm>
          <a:prstGeom prst="rect">
            <a:avLst/>
          </a:prstGeom>
        </p:spPr>
        <p:txBody>
          <a:bodyPr anchorCtr="0" anchor="ctr" bIns="91425" lIns="91425" spcFirstLastPara="1" rIns="91425" wrap="square" tIns="91425">
            <a:noAutofit/>
          </a:bodyPr>
          <a:lstStyle>
            <a:lvl1pPr lvl="0" rtl="0" algn="ctr">
              <a:buNone/>
              <a:defRPr b="1" sz="1900">
                <a:solidFill>
                  <a:schemeClr val="lt1"/>
                </a:solidFill>
                <a:latin typeface="Bebas Neue"/>
                <a:ea typeface="Bebas Neue"/>
                <a:cs typeface="Bebas Neue"/>
                <a:sym typeface="Bebas Neue"/>
              </a:defRPr>
            </a:lvl1pPr>
            <a:lvl2pPr lvl="1" rtl="0" algn="ctr">
              <a:buNone/>
              <a:defRPr b="1" sz="1900">
                <a:solidFill>
                  <a:schemeClr val="lt1"/>
                </a:solidFill>
                <a:latin typeface="Bebas Neue"/>
                <a:ea typeface="Bebas Neue"/>
                <a:cs typeface="Bebas Neue"/>
                <a:sym typeface="Bebas Neue"/>
              </a:defRPr>
            </a:lvl2pPr>
            <a:lvl3pPr lvl="2" rtl="0" algn="ctr">
              <a:buNone/>
              <a:defRPr b="1" sz="1900">
                <a:solidFill>
                  <a:schemeClr val="lt1"/>
                </a:solidFill>
                <a:latin typeface="Bebas Neue"/>
                <a:ea typeface="Bebas Neue"/>
                <a:cs typeface="Bebas Neue"/>
                <a:sym typeface="Bebas Neue"/>
              </a:defRPr>
            </a:lvl3pPr>
            <a:lvl4pPr lvl="3" rtl="0" algn="ctr">
              <a:buNone/>
              <a:defRPr b="1" sz="1900">
                <a:solidFill>
                  <a:schemeClr val="lt1"/>
                </a:solidFill>
                <a:latin typeface="Bebas Neue"/>
                <a:ea typeface="Bebas Neue"/>
                <a:cs typeface="Bebas Neue"/>
                <a:sym typeface="Bebas Neue"/>
              </a:defRPr>
            </a:lvl4pPr>
            <a:lvl5pPr lvl="4" rtl="0" algn="ctr">
              <a:buNone/>
              <a:defRPr b="1" sz="1900">
                <a:solidFill>
                  <a:schemeClr val="lt1"/>
                </a:solidFill>
                <a:latin typeface="Bebas Neue"/>
                <a:ea typeface="Bebas Neue"/>
                <a:cs typeface="Bebas Neue"/>
                <a:sym typeface="Bebas Neue"/>
              </a:defRPr>
            </a:lvl5pPr>
            <a:lvl6pPr lvl="5" rtl="0" algn="ctr">
              <a:buNone/>
              <a:defRPr b="1" sz="1900">
                <a:solidFill>
                  <a:schemeClr val="lt1"/>
                </a:solidFill>
                <a:latin typeface="Bebas Neue"/>
                <a:ea typeface="Bebas Neue"/>
                <a:cs typeface="Bebas Neue"/>
                <a:sym typeface="Bebas Neue"/>
              </a:defRPr>
            </a:lvl6pPr>
            <a:lvl7pPr lvl="6" rtl="0" algn="ctr">
              <a:buNone/>
              <a:defRPr b="1" sz="1900">
                <a:solidFill>
                  <a:schemeClr val="lt1"/>
                </a:solidFill>
                <a:latin typeface="Bebas Neue"/>
                <a:ea typeface="Bebas Neue"/>
                <a:cs typeface="Bebas Neue"/>
                <a:sym typeface="Bebas Neue"/>
              </a:defRPr>
            </a:lvl7pPr>
            <a:lvl8pPr lvl="7" rtl="0" algn="ctr">
              <a:buNone/>
              <a:defRPr b="1" sz="1900">
                <a:solidFill>
                  <a:schemeClr val="lt1"/>
                </a:solidFill>
                <a:latin typeface="Bebas Neue"/>
                <a:ea typeface="Bebas Neue"/>
                <a:cs typeface="Bebas Neue"/>
                <a:sym typeface="Bebas Neue"/>
              </a:defRPr>
            </a:lvl8pPr>
            <a:lvl9pPr lvl="8" rtl="0" algn="ctr">
              <a:buNone/>
              <a:defRPr b="1" sz="1900">
                <a:solidFill>
                  <a:schemeClr val="lt1"/>
                </a:solidFill>
                <a:latin typeface="Bebas Neue"/>
                <a:ea typeface="Bebas Neue"/>
                <a:cs typeface="Bebas Neue"/>
                <a:sym typeface="Bebas Neue"/>
              </a:defRPr>
            </a:lvl9pPr>
          </a:lstStyle>
          <a:p>
            <a:pPr indent="0" lvl="0" marL="0" rtl="0" algn="ctr">
              <a:spcBef>
                <a:spcPts val="0"/>
              </a:spcBef>
              <a:spcAft>
                <a:spcPts val="0"/>
              </a:spcAft>
              <a:buNone/>
            </a:pPr>
            <a:fld id="{00000000-1234-1234-1234-123412341234}" type="slidenum">
              <a:rPr lang="en"/>
              <a:t>‹#›</a:t>
            </a:fld>
            <a:endParaRPr/>
          </a:p>
        </p:txBody>
      </p:sp>
      <p:pic>
        <p:nvPicPr>
          <p:cNvPr id="9001" name="RUG logo"/>
          <p:cNvPicPr>
            <a:picLocks noChangeAspect="1"/>
          </p:cNvPicPr>
          <p:nvPr/>
        </p:nvPicPr>
        <p:blipFill>
          <a:blip r:embed="rId2"/>
          <a:stretch>
            <a:fillRect/>
          </a:stretch>
        </p:blipFill>
        <p:spPr>
          <a:xfrm>
            <a:off x="7498080" y="182880"/>
            <a:ext cx="1234440" cy="289865"/>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42" name="Shape 542"/>
        <p:cNvGrpSpPr/>
        <p:nvPr/>
      </p:nvGrpSpPr>
      <p:grpSpPr>
        <a:xfrm>
          <a:off x="0" y="0"/>
          <a:ext cx="0" cy="0"/>
          <a:chOff x="0" y="0"/>
          <a:chExt cx="0" cy="0"/>
        </a:xfrm>
      </p:grpSpPr>
      <p:pic>
        <p:nvPicPr>
          <p:cNvPr id="543" name="Google Shape;543;p11"/>
          <p:cNvPicPr preferRelativeResize="0"/>
          <p:nvPr/>
        </p:nvPicPr>
        <p:blipFill rotWithShape="1">
          <a:blip r:embed="rId2">
            <a:alphaModFix amt="22000"/>
          </a:blip>
          <a:srcRect b="0" l="0" r="0" t="0"/>
          <a:stretch/>
        </p:blipFill>
        <p:spPr>
          <a:xfrm>
            <a:off x="25" y="0"/>
            <a:ext cx="9144003" cy="5143501"/>
          </a:xfrm>
          <a:prstGeom prst="rect">
            <a:avLst/>
          </a:prstGeom>
          <a:noFill/>
          <a:ln>
            <a:noFill/>
          </a:ln>
        </p:spPr>
      </p:pic>
      <p:sp>
        <p:nvSpPr>
          <p:cNvPr id="544" name="Google Shape;544;p11"/>
          <p:cNvSpPr/>
          <p:nvPr/>
        </p:nvSpPr>
        <p:spPr>
          <a:xfrm>
            <a:off x="190500" y="190500"/>
            <a:ext cx="8759700" cy="4762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1"/>
          <p:cNvSpPr/>
          <p:nvPr/>
        </p:nvSpPr>
        <p:spPr>
          <a:xfrm>
            <a:off x="3795738" y="-613502"/>
            <a:ext cx="1555800" cy="1555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1"/>
          <p:cNvSpPr/>
          <p:nvPr/>
        </p:nvSpPr>
        <p:spPr>
          <a:xfrm>
            <a:off x="3790500" y="4156598"/>
            <a:ext cx="1555800" cy="1555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7" name="Google Shape;547;p11"/>
          <p:cNvGrpSpPr/>
          <p:nvPr/>
        </p:nvGrpSpPr>
        <p:grpSpPr>
          <a:xfrm flipH="1" rot="10800000">
            <a:off x="-63475" y="580000"/>
            <a:ext cx="817800" cy="841338"/>
            <a:chOff x="866125" y="3600675"/>
            <a:chExt cx="817800" cy="841338"/>
          </a:xfrm>
        </p:grpSpPr>
        <p:sp>
          <p:nvSpPr>
            <p:cNvPr id="548" name="Google Shape;548;p11"/>
            <p:cNvSpPr/>
            <p:nvPr/>
          </p:nvSpPr>
          <p:spPr>
            <a:xfrm>
              <a:off x="866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1"/>
            <p:cNvSpPr/>
            <p:nvPr/>
          </p:nvSpPr>
          <p:spPr>
            <a:xfrm>
              <a:off x="10227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1"/>
            <p:cNvSpPr/>
            <p:nvPr/>
          </p:nvSpPr>
          <p:spPr>
            <a:xfrm>
              <a:off x="11793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1"/>
            <p:cNvSpPr/>
            <p:nvPr/>
          </p:nvSpPr>
          <p:spPr>
            <a:xfrm>
              <a:off x="13359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1"/>
            <p:cNvSpPr/>
            <p:nvPr/>
          </p:nvSpPr>
          <p:spPr>
            <a:xfrm>
              <a:off x="14925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11"/>
            <p:cNvSpPr/>
            <p:nvPr/>
          </p:nvSpPr>
          <p:spPr>
            <a:xfrm>
              <a:off x="1649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1"/>
            <p:cNvSpPr/>
            <p:nvPr/>
          </p:nvSpPr>
          <p:spPr>
            <a:xfrm>
              <a:off x="866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1"/>
            <p:cNvSpPr/>
            <p:nvPr/>
          </p:nvSpPr>
          <p:spPr>
            <a:xfrm>
              <a:off x="10227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1"/>
            <p:cNvSpPr/>
            <p:nvPr/>
          </p:nvSpPr>
          <p:spPr>
            <a:xfrm>
              <a:off x="11793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1"/>
            <p:cNvSpPr/>
            <p:nvPr/>
          </p:nvSpPr>
          <p:spPr>
            <a:xfrm>
              <a:off x="13359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1"/>
            <p:cNvSpPr/>
            <p:nvPr/>
          </p:nvSpPr>
          <p:spPr>
            <a:xfrm>
              <a:off x="14925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1"/>
            <p:cNvSpPr/>
            <p:nvPr/>
          </p:nvSpPr>
          <p:spPr>
            <a:xfrm>
              <a:off x="1649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1"/>
            <p:cNvSpPr/>
            <p:nvPr/>
          </p:nvSpPr>
          <p:spPr>
            <a:xfrm>
              <a:off x="866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1"/>
            <p:cNvSpPr/>
            <p:nvPr/>
          </p:nvSpPr>
          <p:spPr>
            <a:xfrm>
              <a:off x="10227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1"/>
            <p:cNvSpPr/>
            <p:nvPr/>
          </p:nvSpPr>
          <p:spPr>
            <a:xfrm>
              <a:off x="11793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1"/>
            <p:cNvSpPr/>
            <p:nvPr/>
          </p:nvSpPr>
          <p:spPr>
            <a:xfrm>
              <a:off x="13359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1"/>
            <p:cNvSpPr/>
            <p:nvPr/>
          </p:nvSpPr>
          <p:spPr>
            <a:xfrm>
              <a:off x="14925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1"/>
            <p:cNvSpPr/>
            <p:nvPr/>
          </p:nvSpPr>
          <p:spPr>
            <a:xfrm>
              <a:off x="1649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1"/>
            <p:cNvSpPr/>
            <p:nvPr/>
          </p:nvSpPr>
          <p:spPr>
            <a:xfrm>
              <a:off x="866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1"/>
            <p:cNvSpPr/>
            <p:nvPr/>
          </p:nvSpPr>
          <p:spPr>
            <a:xfrm>
              <a:off x="10227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1"/>
            <p:cNvSpPr/>
            <p:nvPr/>
          </p:nvSpPr>
          <p:spPr>
            <a:xfrm>
              <a:off x="11793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1"/>
            <p:cNvSpPr/>
            <p:nvPr/>
          </p:nvSpPr>
          <p:spPr>
            <a:xfrm>
              <a:off x="13359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1"/>
            <p:cNvSpPr/>
            <p:nvPr/>
          </p:nvSpPr>
          <p:spPr>
            <a:xfrm>
              <a:off x="14925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1"/>
            <p:cNvSpPr/>
            <p:nvPr/>
          </p:nvSpPr>
          <p:spPr>
            <a:xfrm>
              <a:off x="1649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1"/>
            <p:cNvSpPr/>
            <p:nvPr/>
          </p:nvSpPr>
          <p:spPr>
            <a:xfrm>
              <a:off x="866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1"/>
            <p:cNvSpPr/>
            <p:nvPr/>
          </p:nvSpPr>
          <p:spPr>
            <a:xfrm>
              <a:off x="10227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1"/>
            <p:cNvSpPr/>
            <p:nvPr/>
          </p:nvSpPr>
          <p:spPr>
            <a:xfrm>
              <a:off x="11793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1"/>
            <p:cNvSpPr/>
            <p:nvPr/>
          </p:nvSpPr>
          <p:spPr>
            <a:xfrm>
              <a:off x="13359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1"/>
            <p:cNvSpPr/>
            <p:nvPr/>
          </p:nvSpPr>
          <p:spPr>
            <a:xfrm>
              <a:off x="14925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1"/>
            <p:cNvSpPr/>
            <p:nvPr/>
          </p:nvSpPr>
          <p:spPr>
            <a:xfrm>
              <a:off x="1649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8" name="Google Shape;578;p11"/>
          <p:cNvGrpSpPr/>
          <p:nvPr/>
        </p:nvGrpSpPr>
        <p:grpSpPr>
          <a:xfrm flipH="1" rot="10800000">
            <a:off x="-63475" y="1560025"/>
            <a:ext cx="817800" cy="841338"/>
            <a:chOff x="866125" y="3600675"/>
            <a:chExt cx="817800" cy="841338"/>
          </a:xfrm>
        </p:grpSpPr>
        <p:sp>
          <p:nvSpPr>
            <p:cNvPr id="579" name="Google Shape;579;p11"/>
            <p:cNvSpPr/>
            <p:nvPr/>
          </p:nvSpPr>
          <p:spPr>
            <a:xfrm>
              <a:off x="866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1"/>
            <p:cNvSpPr/>
            <p:nvPr/>
          </p:nvSpPr>
          <p:spPr>
            <a:xfrm>
              <a:off x="10227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1"/>
            <p:cNvSpPr/>
            <p:nvPr/>
          </p:nvSpPr>
          <p:spPr>
            <a:xfrm>
              <a:off x="11793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1"/>
            <p:cNvSpPr/>
            <p:nvPr/>
          </p:nvSpPr>
          <p:spPr>
            <a:xfrm>
              <a:off x="13359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1"/>
            <p:cNvSpPr/>
            <p:nvPr/>
          </p:nvSpPr>
          <p:spPr>
            <a:xfrm>
              <a:off x="14925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1"/>
            <p:cNvSpPr/>
            <p:nvPr/>
          </p:nvSpPr>
          <p:spPr>
            <a:xfrm>
              <a:off x="1649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11"/>
            <p:cNvSpPr/>
            <p:nvPr/>
          </p:nvSpPr>
          <p:spPr>
            <a:xfrm>
              <a:off x="866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1"/>
            <p:cNvSpPr/>
            <p:nvPr/>
          </p:nvSpPr>
          <p:spPr>
            <a:xfrm>
              <a:off x="10227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11"/>
            <p:cNvSpPr/>
            <p:nvPr/>
          </p:nvSpPr>
          <p:spPr>
            <a:xfrm>
              <a:off x="11793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1"/>
            <p:cNvSpPr/>
            <p:nvPr/>
          </p:nvSpPr>
          <p:spPr>
            <a:xfrm>
              <a:off x="13359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1"/>
            <p:cNvSpPr/>
            <p:nvPr/>
          </p:nvSpPr>
          <p:spPr>
            <a:xfrm>
              <a:off x="14925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1"/>
            <p:cNvSpPr/>
            <p:nvPr/>
          </p:nvSpPr>
          <p:spPr>
            <a:xfrm>
              <a:off x="1649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1"/>
            <p:cNvSpPr/>
            <p:nvPr/>
          </p:nvSpPr>
          <p:spPr>
            <a:xfrm>
              <a:off x="866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1"/>
            <p:cNvSpPr/>
            <p:nvPr/>
          </p:nvSpPr>
          <p:spPr>
            <a:xfrm>
              <a:off x="10227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1"/>
            <p:cNvSpPr/>
            <p:nvPr/>
          </p:nvSpPr>
          <p:spPr>
            <a:xfrm>
              <a:off x="11793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11"/>
            <p:cNvSpPr/>
            <p:nvPr/>
          </p:nvSpPr>
          <p:spPr>
            <a:xfrm>
              <a:off x="13359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1"/>
            <p:cNvSpPr/>
            <p:nvPr/>
          </p:nvSpPr>
          <p:spPr>
            <a:xfrm>
              <a:off x="14925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1"/>
            <p:cNvSpPr/>
            <p:nvPr/>
          </p:nvSpPr>
          <p:spPr>
            <a:xfrm>
              <a:off x="1649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1"/>
            <p:cNvSpPr/>
            <p:nvPr/>
          </p:nvSpPr>
          <p:spPr>
            <a:xfrm>
              <a:off x="866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1"/>
            <p:cNvSpPr/>
            <p:nvPr/>
          </p:nvSpPr>
          <p:spPr>
            <a:xfrm>
              <a:off x="10227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11"/>
            <p:cNvSpPr/>
            <p:nvPr/>
          </p:nvSpPr>
          <p:spPr>
            <a:xfrm>
              <a:off x="11793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1"/>
            <p:cNvSpPr/>
            <p:nvPr/>
          </p:nvSpPr>
          <p:spPr>
            <a:xfrm>
              <a:off x="13359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1"/>
            <p:cNvSpPr/>
            <p:nvPr/>
          </p:nvSpPr>
          <p:spPr>
            <a:xfrm>
              <a:off x="14925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1"/>
            <p:cNvSpPr/>
            <p:nvPr/>
          </p:nvSpPr>
          <p:spPr>
            <a:xfrm>
              <a:off x="1649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1"/>
            <p:cNvSpPr/>
            <p:nvPr/>
          </p:nvSpPr>
          <p:spPr>
            <a:xfrm>
              <a:off x="866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1"/>
            <p:cNvSpPr/>
            <p:nvPr/>
          </p:nvSpPr>
          <p:spPr>
            <a:xfrm>
              <a:off x="10227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1"/>
            <p:cNvSpPr/>
            <p:nvPr/>
          </p:nvSpPr>
          <p:spPr>
            <a:xfrm>
              <a:off x="11793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1"/>
            <p:cNvSpPr/>
            <p:nvPr/>
          </p:nvSpPr>
          <p:spPr>
            <a:xfrm>
              <a:off x="13359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11"/>
            <p:cNvSpPr/>
            <p:nvPr/>
          </p:nvSpPr>
          <p:spPr>
            <a:xfrm>
              <a:off x="14925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11"/>
            <p:cNvSpPr/>
            <p:nvPr/>
          </p:nvSpPr>
          <p:spPr>
            <a:xfrm>
              <a:off x="1649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9" name="Google Shape;609;p11"/>
          <p:cNvGrpSpPr/>
          <p:nvPr/>
        </p:nvGrpSpPr>
        <p:grpSpPr>
          <a:xfrm flipH="1" rot="10800000">
            <a:off x="8520625" y="3471475"/>
            <a:ext cx="817800" cy="841338"/>
            <a:chOff x="866125" y="3600675"/>
            <a:chExt cx="817800" cy="841338"/>
          </a:xfrm>
        </p:grpSpPr>
        <p:sp>
          <p:nvSpPr>
            <p:cNvPr id="610" name="Google Shape;610;p11"/>
            <p:cNvSpPr/>
            <p:nvPr/>
          </p:nvSpPr>
          <p:spPr>
            <a:xfrm>
              <a:off x="866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1"/>
            <p:cNvSpPr/>
            <p:nvPr/>
          </p:nvSpPr>
          <p:spPr>
            <a:xfrm>
              <a:off x="10227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1"/>
            <p:cNvSpPr/>
            <p:nvPr/>
          </p:nvSpPr>
          <p:spPr>
            <a:xfrm>
              <a:off x="11793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1"/>
            <p:cNvSpPr/>
            <p:nvPr/>
          </p:nvSpPr>
          <p:spPr>
            <a:xfrm>
              <a:off x="13359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1"/>
            <p:cNvSpPr/>
            <p:nvPr/>
          </p:nvSpPr>
          <p:spPr>
            <a:xfrm>
              <a:off x="14925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1"/>
            <p:cNvSpPr/>
            <p:nvPr/>
          </p:nvSpPr>
          <p:spPr>
            <a:xfrm>
              <a:off x="1649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1"/>
            <p:cNvSpPr/>
            <p:nvPr/>
          </p:nvSpPr>
          <p:spPr>
            <a:xfrm>
              <a:off x="866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1"/>
            <p:cNvSpPr/>
            <p:nvPr/>
          </p:nvSpPr>
          <p:spPr>
            <a:xfrm>
              <a:off x="10227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1"/>
            <p:cNvSpPr/>
            <p:nvPr/>
          </p:nvSpPr>
          <p:spPr>
            <a:xfrm>
              <a:off x="11793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11"/>
            <p:cNvSpPr/>
            <p:nvPr/>
          </p:nvSpPr>
          <p:spPr>
            <a:xfrm>
              <a:off x="13359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1"/>
            <p:cNvSpPr/>
            <p:nvPr/>
          </p:nvSpPr>
          <p:spPr>
            <a:xfrm>
              <a:off x="14925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1"/>
            <p:cNvSpPr/>
            <p:nvPr/>
          </p:nvSpPr>
          <p:spPr>
            <a:xfrm>
              <a:off x="1649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11"/>
            <p:cNvSpPr/>
            <p:nvPr/>
          </p:nvSpPr>
          <p:spPr>
            <a:xfrm>
              <a:off x="866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11"/>
            <p:cNvSpPr/>
            <p:nvPr/>
          </p:nvSpPr>
          <p:spPr>
            <a:xfrm>
              <a:off x="10227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1"/>
            <p:cNvSpPr/>
            <p:nvPr/>
          </p:nvSpPr>
          <p:spPr>
            <a:xfrm>
              <a:off x="11793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1"/>
            <p:cNvSpPr/>
            <p:nvPr/>
          </p:nvSpPr>
          <p:spPr>
            <a:xfrm>
              <a:off x="13359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1"/>
            <p:cNvSpPr/>
            <p:nvPr/>
          </p:nvSpPr>
          <p:spPr>
            <a:xfrm>
              <a:off x="14925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11"/>
            <p:cNvSpPr/>
            <p:nvPr/>
          </p:nvSpPr>
          <p:spPr>
            <a:xfrm>
              <a:off x="1649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1"/>
            <p:cNvSpPr/>
            <p:nvPr/>
          </p:nvSpPr>
          <p:spPr>
            <a:xfrm>
              <a:off x="866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1"/>
            <p:cNvSpPr/>
            <p:nvPr/>
          </p:nvSpPr>
          <p:spPr>
            <a:xfrm>
              <a:off x="10227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11"/>
            <p:cNvSpPr/>
            <p:nvPr/>
          </p:nvSpPr>
          <p:spPr>
            <a:xfrm>
              <a:off x="11793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11"/>
            <p:cNvSpPr/>
            <p:nvPr/>
          </p:nvSpPr>
          <p:spPr>
            <a:xfrm>
              <a:off x="13359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11"/>
            <p:cNvSpPr/>
            <p:nvPr/>
          </p:nvSpPr>
          <p:spPr>
            <a:xfrm>
              <a:off x="14925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1"/>
            <p:cNvSpPr/>
            <p:nvPr/>
          </p:nvSpPr>
          <p:spPr>
            <a:xfrm>
              <a:off x="1649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11"/>
            <p:cNvSpPr/>
            <p:nvPr/>
          </p:nvSpPr>
          <p:spPr>
            <a:xfrm>
              <a:off x="866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11"/>
            <p:cNvSpPr/>
            <p:nvPr/>
          </p:nvSpPr>
          <p:spPr>
            <a:xfrm>
              <a:off x="10227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11"/>
            <p:cNvSpPr/>
            <p:nvPr/>
          </p:nvSpPr>
          <p:spPr>
            <a:xfrm>
              <a:off x="11793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1"/>
            <p:cNvSpPr/>
            <p:nvPr/>
          </p:nvSpPr>
          <p:spPr>
            <a:xfrm>
              <a:off x="13359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1"/>
            <p:cNvSpPr/>
            <p:nvPr/>
          </p:nvSpPr>
          <p:spPr>
            <a:xfrm>
              <a:off x="14925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1"/>
            <p:cNvSpPr/>
            <p:nvPr/>
          </p:nvSpPr>
          <p:spPr>
            <a:xfrm>
              <a:off x="1649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0" name="Google Shape;640;p11"/>
          <p:cNvSpPr txBox="1"/>
          <p:nvPr>
            <p:ph hasCustomPrompt="1" type="title"/>
          </p:nvPr>
        </p:nvSpPr>
        <p:spPr>
          <a:xfrm>
            <a:off x="734975" y="1474650"/>
            <a:ext cx="7674000" cy="15414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SzPts val="9600"/>
              <a:buNone/>
              <a:defRPr i="1" sz="10300">
                <a:solidFill>
                  <a:schemeClr val="lt1"/>
                </a:solidFill>
              </a:defRPr>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a:r>
              <a:t>xx%</a:t>
            </a:r>
          </a:p>
        </p:txBody>
      </p:sp>
      <p:sp>
        <p:nvSpPr>
          <p:cNvPr id="641" name="Google Shape;641;p11"/>
          <p:cNvSpPr txBox="1"/>
          <p:nvPr>
            <p:ph idx="1" type="subTitle"/>
          </p:nvPr>
        </p:nvSpPr>
        <p:spPr>
          <a:xfrm>
            <a:off x="734975" y="3016050"/>
            <a:ext cx="7674000" cy="652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642" name="Google Shape;642;p11"/>
          <p:cNvSpPr txBox="1"/>
          <p:nvPr>
            <p:ph idx="12" type="sldNum"/>
          </p:nvPr>
        </p:nvSpPr>
        <p:spPr>
          <a:xfrm>
            <a:off x="8250500" y="4608500"/>
            <a:ext cx="695100" cy="279300"/>
          </a:xfrm>
          <a:prstGeom prst="rect">
            <a:avLst/>
          </a:prstGeom>
        </p:spPr>
        <p:txBody>
          <a:bodyPr anchorCtr="0" anchor="ctr" bIns="91425" lIns="91425" spcFirstLastPara="1" rIns="91425" wrap="square" tIns="91425">
            <a:noAutofit/>
          </a:bodyPr>
          <a:lstStyle>
            <a:lvl1pPr lvl="0" rtl="0" algn="ctr">
              <a:buNone/>
              <a:defRPr b="1" sz="1900">
                <a:solidFill>
                  <a:schemeClr val="lt1"/>
                </a:solidFill>
                <a:latin typeface="Bebas Neue"/>
                <a:ea typeface="Bebas Neue"/>
                <a:cs typeface="Bebas Neue"/>
                <a:sym typeface="Bebas Neue"/>
              </a:defRPr>
            </a:lvl1pPr>
            <a:lvl2pPr lvl="1" rtl="0" algn="ctr">
              <a:buNone/>
              <a:defRPr b="1" sz="1900">
                <a:solidFill>
                  <a:schemeClr val="lt1"/>
                </a:solidFill>
                <a:latin typeface="Bebas Neue"/>
                <a:ea typeface="Bebas Neue"/>
                <a:cs typeface="Bebas Neue"/>
                <a:sym typeface="Bebas Neue"/>
              </a:defRPr>
            </a:lvl2pPr>
            <a:lvl3pPr lvl="2" rtl="0" algn="ctr">
              <a:buNone/>
              <a:defRPr b="1" sz="1900">
                <a:solidFill>
                  <a:schemeClr val="lt1"/>
                </a:solidFill>
                <a:latin typeface="Bebas Neue"/>
                <a:ea typeface="Bebas Neue"/>
                <a:cs typeface="Bebas Neue"/>
                <a:sym typeface="Bebas Neue"/>
              </a:defRPr>
            </a:lvl3pPr>
            <a:lvl4pPr lvl="3" rtl="0" algn="ctr">
              <a:buNone/>
              <a:defRPr b="1" sz="1900">
                <a:solidFill>
                  <a:schemeClr val="lt1"/>
                </a:solidFill>
                <a:latin typeface="Bebas Neue"/>
                <a:ea typeface="Bebas Neue"/>
                <a:cs typeface="Bebas Neue"/>
                <a:sym typeface="Bebas Neue"/>
              </a:defRPr>
            </a:lvl4pPr>
            <a:lvl5pPr lvl="4" rtl="0" algn="ctr">
              <a:buNone/>
              <a:defRPr b="1" sz="1900">
                <a:solidFill>
                  <a:schemeClr val="lt1"/>
                </a:solidFill>
                <a:latin typeface="Bebas Neue"/>
                <a:ea typeface="Bebas Neue"/>
                <a:cs typeface="Bebas Neue"/>
                <a:sym typeface="Bebas Neue"/>
              </a:defRPr>
            </a:lvl5pPr>
            <a:lvl6pPr lvl="5" rtl="0" algn="ctr">
              <a:buNone/>
              <a:defRPr b="1" sz="1900">
                <a:solidFill>
                  <a:schemeClr val="lt1"/>
                </a:solidFill>
                <a:latin typeface="Bebas Neue"/>
                <a:ea typeface="Bebas Neue"/>
                <a:cs typeface="Bebas Neue"/>
                <a:sym typeface="Bebas Neue"/>
              </a:defRPr>
            </a:lvl6pPr>
            <a:lvl7pPr lvl="6" rtl="0" algn="ctr">
              <a:buNone/>
              <a:defRPr b="1" sz="1900">
                <a:solidFill>
                  <a:schemeClr val="lt1"/>
                </a:solidFill>
                <a:latin typeface="Bebas Neue"/>
                <a:ea typeface="Bebas Neue"/>
                <a:cs typeface="Bebas Neue"/>
                <a:sym typeface="Bebas Neue"/>
              </a:defRPr>
            </a:lvl7pPr>
            <a:lvl8pPr lvl="7" rtl="0" algn="ctr">
              <a:buNone/>
              <a:defRPr b="1" sz="1900">
                <a:solidFill>
                  <a:schemeClr val="lt1"/>
                </a:solidFill>
                <a:latin typeface="Bebas Neue"/>
                <a:ea typeface="Bebas Neue"/>
                <a:cs typeface="Bebas Neue"/>
                <a:sym typeface="Bebas Neue"/>
              </a:defRPr>
            </a:lvl8pPr>
            <a:lvl9pPr lvl="8" rtl="0" algn="ctr">
              <a:buNone/>
              <a:defRPr b="1" sz="1900">
                <a:solidFill>
                  <a:schemeClr val="lt1"/>
                </a:solidFill>
                <a:latin typeface="Bebas Neue"/>
                <a:ea typeface="Bebas Neue"/>
                <a:cs typeface="Bebas Neue"/>
                <a:sym typeface="Bebas Neue"/>
              </a:defRPr>
            </a:lvl9pPr>
          </a:lstStyle>
          <a:p>
            <a:pPr indent="0" lvl="0" marL="0" rtl="0" algn="ctr">
              <a:spcBef>
                <a:spcPts val="0"/>
              </a:spcBef>
              <a:spcAft>
                <a:spcPts val="0"/>
              </a:spcAft>
              <a:buNone/>
            </a:pPr>
            <a:fld id="{00000000-1234-1234-1234-123412341234}" type="slidenum">
              <a:rPr lang="en"/>
              <a:t>‹#›</a:t>
            </a:fld>
            <a:endParaRPr/>
          </a:p>
        </p:txBody>
      </p:sp>
      <p:pic>
        <p:nvPicPr>
          <p:cNvPr id="9001" name="RUG logo"/>
          <p:cNvPicPr>
            <a:picLocks noChangeAspect="1"/>
          </p:cNvPicPr>
          <p:nvPr/>
        </p:nvPicPr>
        <p:blipFill>
          <a:blip r:embed="rId3"/>
          <a:stretch>
            <a:fillRect/>
          </a:stretch>
        </p:blipFill>
        <p:spPr>
          <a:xfrm>
            <a:off x="7498080" y="182880"/>
            <a:ext cx="1234440" cy="289865"/>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643" name="Shape 643"/>
        <p:cNvGrpSpPr/>
        <p:nvPr/>
      </p:nvGrpSpPr>
      <p:grpSpPr>
        <a:xfrm>
          <a:off x="0" y="0"/>
          <a:ext cx="0" cy="0"/>
          <a:chOff x="0" y="0"/>
          <a:chExt cx="0" cy="0"/>
        </a:xfrm>
      </p:grpSpPr>
      <p:sp>
        <p:nvSpPr>
          <p:cNvPr id="644" name="Google Shape;644;p1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9001" name="RUG logo"/>
          <p:cNvPicPr>
            <a:picLocks noChangeAspect="1"/>
          </p:cNvPicPr>
          <p:nvPr/>
        </p:nvPicPr>
        <p:blipFill>
          <a:blip r:embed="rId2"/>
          <a:stretch>
            <a:fillRect/>
          </a:stretch>
        </p:blipFill>
        <p:spPr>
          <a:xfrm>
            <a:off x="7498080" y="182880"/>
            <a:ext cx="1234440" cy="289865"/>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645" name="Shape 645"/>
        <p:cNvGrpSpPr/>
        <p:nvPr/>
      </p:nvGrpSpPr>
      <p:grpSpPr>
        <a:xfrm>
          <a:off x="0" y="0"/>
          <a:ext cx="0" cy="0"/>
          <a:chOff x="0" y="0"/>
          <a:chExt cx="0" cy="0"/>
        </a:xfrm>
      </p:grpSpPr>
      <p:pic>
        <p:nvPicPr>
          <p:cNvPr id="646" name="Google Shape;646;p13"/>
          <p:cNvPicPr preferRelativeResize="0"/>
          <p:nvPr/>
        </p:nvPicPr>
        <p:blipFill rotWithShape="1">
          <a:blip r:embed="rId2">
            <a:alphaModFix amt="22000"/>
          </a:blip>
          <a:srcRect b="0" l="0" r="0" t="0"/>
          <a:stretch/>
        </p:blipFill>
        <p:spPr>
          <a:xfrm>
            <a:off x="25" y="0"/>
            <a:ext cx="9144003" cy="5143501"/>
          </a:xfrm>
          <a:prstGeom prst="rect">
            <a:avLst/>
          </a:prstGeom>
          <a:noFill/>
          <a:ln>
            <a:noFill/>
          </a:ln>
        </p:spPr>
      </p:pic>
      <p:sp>
        <p:nvSpPr>
          <p:cNvPr id="647" name="Google Shape;647;p13"/>
          <p:cNvSpPr/>
          <p:nvPr/>
        </p:nvSpPr>
        <p:spPr>
          <a:xfrm>
            <a:off x="190500" y="190500"/>
            <a:ext cx="8759700" cy="4762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8" name="Google Shape;648;p13"/>
          <p:cNvGrpSpPr/>
          <p:nvPr/>
        </p:nvGrpSpPr>
        <p:grpSpPr>
          <a:xfrm>
            <a:off x="4159513" y="4643200"/>
            <a:ext cx="817800" cy="841338"/>
            <a:chOff x="866125" y="3600675"/>
            <a:chExt cx="817800" cy="841338"/>
          </a:xfrm>
        </p:grpSpPr>
        <p:sp>
          <p:nvSpPr>
            <p:cNvPr id="649" name="Google Shape;649;p13"/>
            <p:cNvSpPr/>
            <p:nvPr/>
          </p:nvSpPr>
          <p:spPr>
            <a:xfrm>
              <a:off x="866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3"/>
            <p:cNvSpPr/>
            <p:nvPr/>
          </p:nvSpPr>
          <p:spPr>
            <a:xfrm>
              <a:off x="10227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13"/>
            <p:cNvSpPr/>
            <p:nvPr/>
          </p:nvSpPr>
          <p:spPr>
            <a:xfrm>
              <a:off x="11793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3"/>
            <p:cNvSpPr/>
            <p:nvPr/>
          </p:nvSpPr>
          <p:spPr>
            <a:xfrm>
              <a:off x="13359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3"/>
            <p:cNvSpPr/>
            <p:nvPr/>
          </p:nvSpPr>
          <p:spPr>
            <a:xfrm>
              <a:off x="14925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13"/>
            <p:cNvSpPr/>
            <p:nvPr/>
          </p:nvSpPr>
          <p:spPr>
            <a:xfrm>
              <a:off x="1649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3"/>
            <p:cNvSpPr/>
            <p:nvPr/>
          </p:nvSpPr>
          <p:spPr>
            <a:xfrm>
              <a:off x="866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3"/>
            <p:cNvSpPr/>
            <p:nvPr/>
          </p:nvSpPr>
          <p:spPr>
            <a:xfrm>
              <a:off x="10227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13"/>
            <p:cNvSpPr/>
            <p:nvPr/>
          </p:nvSpPr>
          <p:spPr>
            <a:xfrm>
              <a:off x="11793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3"/>
            <p:cNvSpPr/>
            <p:nvPr/>
          </p:nvSpPr>
          <p:spPr>
            <a:xfrm>
              <a:off x="13359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13"/>
            <p:cNvSpPr/>
            <p:nvPr/>
          </p:nvSpPr>
          <p:spPr>
            <a:xfrm>
              <a:off x="14925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13"/>
            <p:cNvSpPr/>
            <p:nvPr/>
          </p:nvSpPr>
          <p:spPr>
            <a:xfrm>
              <a:off x="1649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3"/>
            <p:cNvSpPr/>
            <p:nvPr/>
          </p:nvSpPr>
          <p:spPr>
            <a:xfrm>
              <a:off x="866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13"/>
            <p:cNvSpPr/>
            <p:nvPr/>
          </p:nvSpPr>
          <p:spPr>
            <a:xfrm>
              <a:off x="10227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13"/>
            <p:cNvSpPr/>
            <p:nvPr/>
          </p:nvSpPr>
          <p:spPr>
            <a:xfrm>
              <a:off x="11793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3"/>
            <p:cNvSpPr/>
            <p:nvPr/>
          </p:nvSpPr>
          <p:spPr>
            <a:xfrm>
              <a:off x="13359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13"/>
            <p:cNvSpPr/>
            <p:nvPr/>
          </p:nvSpPr>
          <p:spPr>
            <a:xfrm>
              <a:off x="14925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13"/>
            <p:cNvSpPr/>
            <p:nvPr/>
          </p:nvSpPr>
          <p:spPr>
            <a:xfrm>
              <a:off x="1649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3"/>
            <p:cNvSpPr/>
            <p:nvPr/>
          </p:nvSpPr>
          <p:spPr>
            <a:xfrm>
              <a:off x="866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13"/>
            <p:cNvSpPr/>
            <p:nvPr/>
          </p:nvSpPr>
          <p:spPr>
            <a:xfrm>
              <a:off x="10227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13"/>
            <p:cNvSpPr/>
            <p:nvPr/>
          </p:nvSpPr>
          <p:spPr>
            <a:xfrm>
              <a:off x="11793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13"/>
            <p:cNvSpPr/>
            <p:nvPr/>
          </p:nvSpPr>
          <p:spPr>
            <a:xfrm>
              <a:off x="13359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13"/>
            <p:cNvSpPr/>
            <p:nvPr/>
          </p:nvSpPr>
          <p:spPr>
            <a:xfrm>
              <a:off x="14925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13"/>
            <p:cNvSpPr/>
            <p:nvPr/>
          </p:nvSpPr>
          <p:spPr>
            <a:xfrm>
              <a:off x="1649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13"/>
            <p:cNvSpPr/>
            <p:nvPr/>
          </p:nvSpPr>
          <p:spPr>
            <a:xfrm>
              <a:off x="866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13"/>
            <p:cNvSpPr/>
            <p:nvPr/>
          </p:nvSpPr>
          <p:spPr>
            <a:xfrm>
              <a:off x="10227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13"/>
            <p:cNvSpPr/>
            <p:nvPr/>
          </p:nvSpPr>
          <p:spPr>
            <a:xfrm>
              <a:off x="11793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13"/>
            <p:cNvSpPr/>
            <p:nvPr/>
          </p:nvSpPr>
          <p:spPr>
            <a:xfrm>
              <a:off x="13359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13"/>
            <p:cNvSpPr/>
            <p:nvPr/>
          </p:nvSpPr>
          <p:spPr>
            <a:xfrm>
              <a:off x="14925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13"/>
            <p:cNvSpPr/>
            <p:nvPr/>
          </p:nvSpPr>
          <p:spPr>
            <a:xfrm>
              <a:off x="1649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79" name="Google Shape;679;p13"/>
          <p:cNvSpPr/>
          <p:nvPr/>
        </p:nvSpPr>
        <p:spPr>
          <a:xfrm>
            <a:off x="-414775" y="631856"/>
            <a:ext cx="1225500" cy="1225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3"/>
          <p:cNvSpPr/>
          <p:nvPr/>
        </p:nvSpPr>
        <p:spPr>
          <a:xfrm>
            <a:off x="8176000" y="1990923"/>
            <a:ext cx="1555800" cy="1555800"/>
          </a:xfrm>
          <a:prstGeom prst="ellipse">
            <a:avLst/>
          </a:prstGeom>
          <a:solidFill>
            <a:srgbClr val="EFEDDE">
              <a:alpha val="816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13"/>
          <p:cNvSpPr txBox="1"/>
          <p:nvPr>
            <p:ph idx="1" type="subTitle"/>
          </p:nvPr>
        </p:nvSpPr>
        <p:spPr>
          <a:xfrm>
            <a:off x="2061175" y="1161125"/>
            <a:ext cx="2129700" cy="829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400">
                <a:latin typeface="Bebas Neue"/>
                <a:ea typeface="Bebas Neue"/>
                <a:cs typeface="Bebas Neue"/>
                <a:sym typeface="Bebas Neue"/>
              </a:defRPr>
            </a:lvl1pPr>
            <a:lvl2pPr lvl="1" rtl="0" algn="ctr">
              <a:spcBef>
                <a:spcPts val="0"/>
              </a:spcBef>
              <a:spcAft>
                <a:spcPts val="0"/>
              </a:spcAft>
              <a:buSzPts val="2400"/>
              <a:buFont typeface="Bebas Neue"/>
              <a:buNone/>
              <a:defRPr b="1" sz="2400">
                <a:latin typeface="Bebas Neue"/>
                <a:ea typeface="Bebas Neue"/>
                <a:cs typeface="Bebas Neue"/>
                <a:sym typeface="Bebas Neue"/>
              </a:defRPr>
            </a:lvl2pPr>
            <a:lvl3pPr lvl="2" rtl="0" algn="ctr">
              <a:spcBef>
                <a:spcPts val="0"/>
              </a:spcBef>
              <a:spcAft>
                <a:spcPts val="0"/>
              </a:spcAft>
              <a:buSzPts val="2400"/>
              <a:buFont typeface="Bebas Neue"/>
              <a:buNone/>
              <a:defRPr b="1" sz="2400">
                <a:latin typeface="Bebas Neue"/>
                <a:ea typeface="Bebas Neue"/>
                <a:cs typeface="Bebas Neue"/>
                <a:sym typeface="Bebas Neue"/>
              </a:defRPr>
            </a:lvl3pPr>
            <a:lvl4pPr lvl="3" rtl="0" algn="ctr">
              <a:spcBef>
                <a:spcPts val="0"/>
              </a:spcBef>
              <a:spcAft>
                <a:spcPts val="0"/>
              </a:spcAft>
              <a:buSzPts val="2400"/>
              <a:buFont typeface="Bebas Neue"/>
              <a:buNone/>
              <a:defRPr b="1" sz="2400">
                <a:latin typeface="Bebas Neue"/>
                <a:ea typeface="Bebas Neue"/>
                <a:cs typeface="Bebas Neue"/>
                <a:sym typeface="Bebas Neue"/>
              </a:defRPr>
            </a:lvl4pPr>
            <a:lvl5pPr lvl="4" rtl="0" algn="ctr">
              <a:spcBef>
                <a:spcPts val="0"/>
              </a:spcBef>
              <a:spcAft>
                <a:spcPts val="0"/>
              </a:spcAft>
              <a:buSzPts val="2400"/>
              <a:buFont typeface="Bebas Neue"/>
              <a:buNone/>
              <a:defRPr b="1" sz="2400">
                <a:latin typeface="Bebas Neue"/>
                <a:ea typeface="Bebas Neue"/>
                <a:cs typeface="Bebas Neue"/>
                <a:sym typeface="Bebas Neue"/>
              </a:defRPr>
            </a:lvl5pPr>
            <a:lvl6pPr lvl="5" rtl="0" algn="ctr">
              <a:spcBef>
                <a:spcPts val="0"/>
              </a:spcBef>
              <a:spcAft>
                <a:spcPts val="0"/>
              </a:spcAft>
              <a:buSzPts val="2400"/>
              <a:buFont typeface="Bebas Neue"/>
              <a:buNone/>
              <a:defRPr b="1" sz="2400">
                <a:latin typeface="Bebas Neue"/>
                <a:ea typeface="Bebas Neue"/>
                <a:cs typeface="Bebas Neue"/>
                <a:sym typeface="Bebas Neue"/>
              </a:defRPr>
            </a:lvl6pPr>
            <a:lvl7pPr lvl="6" rtl="0" algn="ctr">
              <a:spcBef>
                <a:spcPts val="0"/>
              </a:spcBef>
              <a:spcAft>
                <a:spcPts val="0"/>
              </a:spcAft>
              <a:buSzPts val="2400"/>
              <a:buFont typeface="Bebas Neue"/>
              <a:buNone/>
              <a:defRPr b="1" sz="2400">
                <a:latin typeface="Bebas Neue"/>
                <a:ea typeface="Bebas Neue"/>
                <a:cs typeface="Bebas Neue"/>
                <a:sym typeface="Bebas Neue"/>
              </a:defRPr>
            </a:lvl7pPr>
            <a:lvl8pPr lvl="7" rtl="0" algn="ctr">
              <a:spcBef>
                <a:spcPts val="0"/>
              </a:spcBef>
              <a:spcAft>
                <a:spcPts val="0"/>
              </a:spcAft>
              <a:buSzPts val="2400"/>
              <a:buFont typeface="Bebas Neue"/>
              <a:buNone/>
              <a:defRPr b="1" sz="2400">
                <a:latin typeface="Bebas Neue"/>
                <a:ea typeface="Bebas Neue"/>
                <a:cs typeface="Bebas Neue"/>
                <a:sym typeface="Bebas Neue"/>
              </a:defRPr>
            </a:lvl8pPr>
            <a:lvl9pPr lvl="8" rtl="0" algn="ctr">
              <a:spcBef>
                <a:spcPts val="0"/>
              </a:spcBef>
              <a:spcAft>
                <a:spcPts val="0"/>
              </a:spcAft>
              <a:buSzPts val="2400"/>
              <a:buFont typeface="Bebas Neue"/>
              <a:buNone/>
              <a:defRPr b="1" sz="2400">
                <a:latin typeface="Bebas Neue"/>
                <a:ea typeface="Bebas Neue"/>
                <a:cs typeface="Bebas Neue"/>
                <a:sym typeface="Bebas Neue"/>
              </a:defRPr>
            </a:lvl9pPr>
          </a:lstStyle>
          <a:p/>
        </p:txBody>
      </p:sp>
      <p:sp>
        <p:nvSpPr>
          <p:cNvPr id="682" name="Google Shape;682;p13"/>
          <p:cNvSpPr txBox="1"/>
          <p:nvPr>
            <p:ph idx="2" type="subTitle"/>
          </p:nvPr>
        </p:nvSpPr>
        <p:spPr>
          <a:xfrm>
            <a:off x="2061150" y="1857350"/>
            <a:ext cx="2129700" cy="527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b="0"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683" name="Google Shape;683;p13"/>
          <p:cNvSpPr txBox="1"/>
          <p:nvPr>
            <p:ph hasCustomPrompt="1" type="title"/>
          </p:nvPr>
        </p:nvSpPr>
        <p:spPr>
          <a:xfrm>
            <a:off x="842800" y="1339613"/>
            <a:ext cx="1144500" cy="8994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Clr>
                <a:schemeClr val="lt1"/>
              </a:buClr>
              <a:buSzPts val="4000"/>
              <a:buNone/>
              <a:defRPr i="1" sz="5000">
                <a:solidFill>
                  <a:schemeClr val="lt1"/>
                </a:solidFill>
              </a:defRPr>
            </a:lvl1pPr>
            <a:lvl2pPr lvl="1" rtl="0" algn="ctr">
              <a:spcBef>
                <a:spcPts val="0"/>
              </a:spcBef>
              <a:spcAft>
                <a:spcPts val="0"/>
              </a:spcAft>
              <a:buClr>
                <a:schemeClr val="lt1"/>
              </a:buClr>
              <a:buSzPts val="4000"/>
              <a:buFont typeface="Bebas Neue"/>
              <a:buNone/>
              <a:defRPr b="1" sz="4000">
                <a:solidFill>
                  <a:schemeClr val="lt1"/>
                </a:solidFill>
                <a:latin typeface="Bebas Neue"/>
                <a:ea typeface="Bebas Neue"/>
                <a:cs typeface="Bebas Neue"/>
                <a:sym typeface="Bebas Neue"/>
              </a:defRPr>
            </a:lvl2pPr>
            <a:lvl3pPr lvl="2" rtl="0" algn="ctr">
              <a:spcBef>
                <a:spcPts val="0"/>
              </a:spcBef>
              <a:spcAft>
                <a:spcPts val="0"/>
              </a:spcAft>
              <a:buClr>
                <a:schemeClr val="lt1"/>
              </a:buClr>
              <a:buSzPts val="4000"/>
              <a:buFont typeface="Bebas Neue"/>
              <a:buNone/>
              <a:defRPr b="1" sz="4000">
                <a:solidFill>
                  <a:schemeClr val="lt1"/>
                </a:solidFill>
                <a:latin typeface="Bebas Neue"/>
                <a:ea typeface="Bebas Neue"/>
                <a:cs typeface="Bebas Neue"/>
                <a:sym typeface="Bebas Neue"/>
              </a:defRPr>
            </a:lvl3pPr>
            <a:lvl4pPr lvl="3" rtl="0" algn="ctr">
              <a:spcBef>
                <a:spcPts val="0"/>
              </a:spcBef>
              <a:spcAft>
                <a:spcPts val="0"/>
              </a:spcAft>
              <a:buClr>
                <a:schemeClr val="lt1"/>
              </a:buClr>
              <a:buSzPts val="4000"/>
              <a:buFont typeface="Bebas Neue"/>
              <a:buNone/>
              <a:defRPr b="1" sz="4000">
                <a:solidFill>
                  <a:schemeClr val="lt1"/>
                </a:solidFill>
                <a:latin typeface="Bebas Neue"/>
                <a:ea typeface="Bebas Neue"/>
                <a:cs typeface="Bebas Neue"/>
                <a:sym typeface="Bebas Neue"/>
              </a:defRPr>
            </a:lvl4pPr>
            <a:lvl5pPr lvl="4" rtl="0" algn="ctr">
              <a:spcBef>
                <a:spcPts val="0"/>
              </a:spcBef>
              <a:spcAft>
                <a:spcPts val="0"/>
              </a:spcAft>
              <a:buClr>
                <a:schemeClr val="lt1"/>
              </a:buClr>
              <a:buSzPts val="4000"/>
              <a:buFont typeface="Bebas Neue"/>
              <a:buNone/>
              <a:defRPr b="1" sz="4000">
                <a:solidFill>
                  <a:schemeClr val="lt1"/>
                </a:solidFill>
                <a:latin typeface="Bebas Neue"/>
                <a:ea typeface="Bebas Neue"/>
                <a:cs typeface="Bebas Neue"/>
                <a:sym typeface="Bebas Neue"/>
              </a:defRPr>
            </a:lvl5pPr>
            <a:lvl6pPr lvl="5" rtl="0" algn="ctr">
              <a:spcBef>
                <a:spcPts val="0"/>
              </a:spcBef>
              <a:spcAft>
                <a:spcPts val="0"/>
              </a:spcAft>
              <a:buClr>
                <a:schemeClr val="lt1"/>
              </a:buClr>
              <a:buSzPts val="4000"/>
              <a:buFont typeface="Bebas Neue"/>
              <a:buNone/>
              <a:defRPr b="1" sz="4000">
                <a:solidFill>
                  <a:schemeClr val="lt1"/>
                </a:solidFill>
                <a:latin typeface="Bebas Neue"/>
                <a:ea typeface="Bebas Neue"/>
                <a:cs typeface="Bebas Neue"/>
                <a:sym typeface="Bebas Neue"/>
              </a:defRPr>
            </a:lvl6pPr>
            <a:lvl7pPr lvl="6" rtl="0" algn="ctr">
              <a:spcBef>
                <a:spcPts val="0"/>
              </a:spcBef>
              <a:spcAft>
                <a:spcPts val="0"/>
              </a:spcAft>
              <a:buClr>
                <a:schemeClr val="lt1"/>
              </a:buClr>
              <a:buSzPts val="4000"/>
              <a:buFont typeface="Bebas Neue"/>
              <a:buNone/>
              <a:defRPr b="1" sz="4000">
                <a:solidFill>
                  <a:schemeClr val="lt1"/>
                </a:solidFill>
                <a:latin typeface="Bebas Neue"/>
                <a:ea typeface="Bebas Neue"/>
                <a:cs typeface="Bebas Neue"/>
                <a:sym typeface="Bebas Neue"/>
              </a:defRPr>
            </a:lvl7pPr>
            <a:lvl8pPr lvl="7" rtl="0" algn="ctr">
              <a:spcBef>
                <a:spcPts val="0"/>
              </a:spcBef>
              <a:spcAft>
                <a:spcPts val="0"/>
              </a:spcAft>
              <a:buClr>
                <a:schemeClr val="lt1"/>
              </a:buClr>
              <a:buSzPts val="4000"/>
              <a:buFont typeface="Bebas Neue"/>
              <a:buNone/>
              <a:defRPr b="1" sz="4000">
                <a:solidFill>
                  <a:schemeClr val="lt1"/>
                </a:solidFill>
                <a:latin typeface="Bebas Neue"/>
                <a:ea typeface="Bebas Neue"/>
                <a:cs typeface="Bebas Neue"/>
                <a:sym typeface="Bebas Neue"/>
              </a:defRPr>
            </a:lvl8pPr>
            <a:lvl9pPr lvl="8" rtl="0" algn="ctr">
              <a:spcBef>
                <a:spcPts val="0"/>
              </a:spcBef>
              <a:spcAft>
                <a:spcPts val="0"/>
              </a:spcAft>
              <a:buClr>
                <a:schemeClr val="lt1"/>
              </a:buClr>
              <a:buSzPts val="4000"/>
              <a:buFont typeface="Bebas Neue"/>
              <a:buNone/>
              <a:defRPr b="1" sz="4000">
                <a:solidFill>
                  <a:schemeClr val="lt1"/>
                </a:solidFill>
                <a:latin typeface="Bebas Neue"/>
                <a:ea typeface="Bebas Neue"/>
                <a:cs typeface="Bebas Neue"/>
                <a:sym typeface="Bebas Neue"/>
              </a:defRPr>
            </a:lvl9pPr>
          </a:lstStyle>
          <a:p>
            <a:r>
              <a:t>xx%</a:t>
            </a:r>
          </a:p>
        </p:txBody>
      </p:sp>
      <p:sp>
        <p:nvSpPr>
          <p:cNvPr id="684" name="Google Shape;684;p13"/>
          <p:cNvSpPr txBox="1"/>
          <p:nvPr>
            <p:ph idx="3" type="subTitle"/>
          </p:nvPr>
        </p:nvSpPr>
        <p:spPr>
          <a:xfrm>
            <a:off x="2061175" y="3043526"/>
            <a:ext cx="2129700" cy="829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400">
                <a:latin typeface="Bebas Neue"/>
                <a:ea typeface="Bebas Neue"/>
                <a:cs typeface="Bebas Neue"/>
                <a:sym typeface="Bebas Neue"/>
              </a:defRPr>
            </a:lvl1pPr>
            <a:lvl2pPr lvl="1" rtl="0" algn="ctr">
              <a:spcBef>
                <a:spcPts val="0"/>
              </a:spcBef>
              <a:spcAft>
                <a:spcPts val="0"/>
              </a:spcAft>
              <a:buSzPts val="2400"/>
              <a:buFont typeface="Bebas Neue"/>
              <a:buNone/>
              <a:defRPr b="1" sz="2400">
                <a:latin typeface="Bebas Neue"/>
                <a:ea typeface="Bebas Neue"/>
                <a:cs typeface="Bebas Neue"/>
                <a:sym typeface="Bebas Neue"/>
              </a:defRPr>
            </a:lvl2pPr>
            <a:lvl3pPr lvl="2" rtl="0" algn="ctr">
              <a:spcBef>
                <a:spcPts val="0"/>
              </a:spcBef>
              <a:spcAft>
                <a:spcPts val="0"/>
              </a:spcAft>
              <a:buSzPts val="2400"/>
              <a:buFont typeface="Bebas Neue"/>
              <a:buNone/>
              <a:defRPr b="1" sz="2400">
                <a:latin typeface="Bebas Neue"/>
                <a:ea typeface="Bebas Neue"/>
                <a:cs typeface="Bebas Neue"/>
                <a:sym typeface="Bebas Neue"/>
              </a:defRPr>
            </a:lvl3pPr>
            <a:lvl4pPr lvl="3" rtl="0" algn="ctr">
              <a:spcBef>
                <a:spcPts val="0"/>
              </a:spcBef>
              <a:spcAft>
                <a:spcPts val="0"/>
              </a:spcAft>
              <a:buSzPts val="2400"/>
              <a:buFont typeface="Bebas Neue"/>
              <a:buNone/>
              <a:defRPr b="1" sz="2400">
                <a:latin typeface="Bebas Neue"/>
                <a:ea typeface="Bebas Neue"/>
                <a:cs typeface="Bebas Neue"/>
                <a:sym typeface="Bebas Neue"/>
              </a:defRPr>
            </a:lvl4pPr>
            <a:lvl5pPr lvl="4" rtl="0" algn="ctr">
              <a:spcBef>
                <a:spcPts val="0"/>
              </a:spcBef>
              <a:spcAft>
                <a:spcPts val="0"/>
              </a:spcAft>
              <a:buSzPts val="2400"/>
              <a:buFont typeface="Bebas Neue"/>
              <a:buNone/>
              <a:defRPr b="1" sz="2400">
                <a:latin typeface="Bebas Neue"/>
                <a:ea typeface="Bebas Neue"/>
                <a:cs typeface="Bebas Neue"/>
                <a:sym typeface="Bebas Neue"/>
              </a:defRPr>
            </a:lvl5pPr>
            <a:lvl6pPr lvl="5" rtl="0" algn="ctr">
              <a:spcBef>
                <a:spcPts val="0"/>
              </a:spcBef>
              <a:spcAft>
                <a:spcPts val="0"/>
              </a:spcAft>
              <a:buSzPts val="2400"/>
              <a:buFont typeface="Bebas Neue"/>
              <a:buNone/>
              <a:defRPr b="1" sz="2400">
                <a:latin typeface="Bebas Neue"/>
                <a:ea typeface="Bebas Neue"/>
                <a:cs typeface="Bebas Neue"/>
                <a:sym typeface="Bebas Neue"/>
              </a:defRPr>
            </a:lvl6pPr>
            <a:lvl7pPr lvl="6" rtl="0" algn="ctr">
              <a:spcBef>
                <a:spcPts val="0"/>
              </a:spcBef>
              <a:spcAft>
                <a:spcPts val="0"/>
              </a:spcAft>
              <a:buSzPts val="2400"/>
              <a:buFont typeface="Bebas Neue"/>
              <a:buNone/>
              <a:defRPr b="1" sz="2400">
                <a:latin typeface="Bebas Neue"/>
                <a:ea typeface="Bebas Neue"/>
                <a:cs typeface="Bebas Neue"/>
                <a:sym typeface="Bebas Neue"/>
              </a:defRPr>
            </a:lvl7pPr>
            <a:lvl8pPr lvl="7" rtl="0" algn="ctr">
              <a:spcBef>
                <a:spcPts val="0"/>
              </a:spcBef>
              <a:spcAft>
                <a:spcPts val="0"/>
              </a:spcAft>
              <a:buSzPts val="2400"/>
              <a:buFont typeface="Bebas Neue"/>
              <a:buNone/>
              <a:defRPr b="1" sz="2400">
                <a:latin typeface="Bebas Neue"/>
                <a:ea typeface="Bebas Neue"/>
                <a:cs typeface="Bebas Neue"/>
                <a:sym typeface="Bebas Neue"/>
              </a:defRPr>
            </a:lvl8pPr>
            <a:lvl9pPr lvl="8" rtl="0" algn="ctr">
              <a:spcBef>
                <a:spcPts val="0"/>
              </a:spcBef>
              <a:spcAft>
                <a:spcPts val="0"/>
              </a:spcAft>
              <a:buSzPts val="2400"/>
              <a:buFont typeface="Bebas Neue"/>
              <a:buNone/>
              <a:defRPr b="1" sz="2400">
                <a:latin typeface="Bebas Neue"/>
                <a:ea typeface="Bebas Neue"/>
                <a:cs typeface="Bebas Neue"/>
                <a:sym typeface="Bebas Neue"/>
              </a:defRPr>
            </a:lvl9pPr>
          </a:lstStyle>
          <a:p/>
        </p:txBody>
      </p:sp>
      <p:sp>
        <p:nvSpPr>
          <p:cNvPr id="685" name="Google Shape;685;p13"/>
          <p:cNvSpPr txBox="1"/>
          <p:nvPr>
            <p:ph idx="4" type="subTitle"/>
          </p:nvPr>
        </p:nvSpPr>
        <p:spPr>
          <a:xfrm>
            <a:off x="2061150" y="3750825"/>
            <a:ext cx="2129700" cy="527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b="0"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686" name="Google Shape;686;p13"/>
          <p:cNvSpPr txBox="1"/>
          <p:nvPr>
            <p:ph hasCustomPrompt="1" idx="5" type="title"/>
          </p:nvPr>
        </p:nvSpPr>
        <p:spPr>
          <a:xfrm>
            <a:off x="842800" y="3215575"/>
            <a:ext cx="1144500" cy="8994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Clr>
                <a:schemeClr val="lt1"/>
              </a:buClr>
              <a:buSzPts val="4000"/>
              <a:buNone/>
              <a:defRPr i="1" sz="5000">
                <a:solidFill>
                  <a:schemeClr val="lt1"/>
                </a:solidFill>
              </a:defRPr>
            </a:lvl1pPr>
            <a:lvl2pPr lvl="1" rtl="0" algn="ctr">
              <a:spcBef>
                <a:spcPts val="0"/>
              </a:spcBef>
              <a:spcAft>
                <a:spcPts val="0"/>
              </a:spcAft>
              <a:buClr>
                <a:schemeClr val="lt1"/>
              </a:buClr>
              <a:buSzPts val="4000"/>
              <a:buFont typeface="Bebas Neue"/>
              <a:buNone/>
              <a:defRPr b="1" sz="4000">
                <a:solidFill>
                  <a:schemeClr val="lt1"/>
                </a:solidFill>
                <a:latin typeface="Bebas Neue"/>
                <a:ea typeface="Bebas Neue"/>
                <a:cs typeface="Bebas Neue"/>
                <a:sym typeface="Bebas Neue"/>
              </a:defRPr>
            </a:lvl2pPr>
            <a:lvl3pPr lvl="2" rtl="0" algn="ctr">
              <a:spcBef>
                <a:spcPts val="0"/>
              </a:spcBef>
              <a:spcAft>
                <a:spcPts val="0"/>
              </a:spcAft>
              <a:buClr>
                <a:schemeClr val="lt1"/>
              </a:buClr>
              <a:buSzPts val="4000"/>
              <a:buFont typeface="Bebas Neue"/>
              <a:buNone/>
              <a:defRPr b="1" sz="4000">
                <a:solidFill>
                  <a:schemeClr val="lt1"/>
                </a:solidFill>
                <a:latin typeface="Bebas Neue"/>
                <a:ea typeface="Bebas Neue"/>
                <a:cs typeface="Bebas Neue"/>
                <a:sym typeface="Bebas Neue"/>
              </a:defRPr>
            </a:lvl3pPr>
            <a:lvl4pPr lvl="3" rtl="0" algn="ctr">
              <a:spcBef>
                <a:spcPts val="0"/>
              </a:spcBef>
              <a:spcAft>
                <a:spcPts val="0"/>
              </a:spcAft>
              <a:buClr>
                <a:schemeClr val="lt1"/>
              </a:buClr>
              <a:buSzPts val="4000"/>
              <a:buFont typeface="Bebas Neue"/>
              <a:buNone/>
              <a:defRPr b="1" sz="4000">
                <a:solidFill>
                  <a:schemeClr val="lt1"/>
                </a:solidFill>
                <a:latin typeface="Bebas Neue"/>
                <a:ea typeface="Bebas Neue"/>
                <a:cs typeface="Bebas Neue"/>
                <a:sym typeface="Bebas Neue"/>
              </a:defRPr>
            </a:lvl4pPr>
            <a:lvl5pPr lvl="4" rtl="0" algn="ctr">
              <a:spcBef>
                <a:spcPts val="0"/>
              </a:spcBef>
              <a:spcAft>
                <a:spcPts val="0"/>
              </a:spcAft>
              <a:buClr>
                <a:schemeClr val="lt1"/>
              </a:buClr>
              <a:buSzPts val="4000"/>
              <a:buFont typeface="Bebas Neue"/>
              <a:buNone/>
              <a:defRPr b="1" sz="4000">
                <a:solidFill>
                  <a:schemeClr val="lt1"/>
                </a:solidFill>
                <a:latin typeface="Bebas Neue"/>
                <a:ea typeface="Bebas Neue"/>
                <a:cs typeface="Bebas Neue"/>
                <a:sym typeface="Bebas Neue"/>
              </a:defRPr>
            </a:lvl5pPr>
            <a:lvl6pPr lvl="5" rtl="0" algn="ctr">
              <a:spcBef>
                <a:spcPts val="0"/>
              </a:spcBef>
              <a:spcAft>
                <a:spcPts val="0"/>
              </a:spcAft>
              <a:buClr>
                <a:schemeClr val="lt1"/>
              </a:buClr>
              <a:buSzPts val="4000"/>
              <a:buFont typeface="Bebas Neue"/>
              <a:buNone/>
              <a:defRPr b="1" sz="4000">
                <a:solidFill>
                  <a:schemeClr val="lt1"/>
                </a:solidFill>
                <a:latin typeface="Bebas Neue"/>
                <a:ea typeface="Bebas Neue"/>
                <a:cs typeface="Bebas Neue"/>
                <a:sym typeface="Bebas Neue"/>
              </a:defRPr>
            </a:lvl6pPr>
            <a:lvl7pPr lvl="6" rtl="0" algn="ctr">
              <a:spcBef>
                <a:spcPts val="0"/>
              </a:spcBef>
              <a:spcAft>
                <a:spcPts val="0"/>
              </a:spcAft>
              <a:buClr>
                <a:schemeClr val="lt1"/>
              </a:buClr>
              <a:buSzPts val="4000"/>
              <a:buFont typeface="Bebas Neue"/>
              <a:buNone/>
              <a:defRPr b="1" sz="4000">
                <a:solidFill>
                  <a:schemeClr val="lt1"/>
                </a:solidFill>
                <a:latin typeface="Bebas Neue"/>
                <a:ea typeface="Bebas Neue"/>
                <a:cs typeface="Bebas Neue"/>
                <a:sym typeface="Bebas Neue"/>
              </a:defRPr>
            </a:lvl7pPr>
            <a:lvl8pPr lvl="7" rtl="0" algn="ctr">
              <a:spcBef>
                <a:spcPts val="0"/>
              </a:spcBef>
              <a:spcAft>
                <a:spcPts val="0"/>
              </a:spcAft>
              <a:buClr>
                <a:schemeClr val="lt1"/>
              </a:buClr>
              <a:buSzPts val="4000"/>
              <a:buFont typeface="Bebas Neue"/>
              <a:buNone/>
              <a:defRPr b="1" sz="4000">
                <a:solidFill>
                  <a:schemeClr val="lt1"/>
                </a:solidFill>
                <a:latin typeface="Bebas Neue"/>
                <a:ea typeface="Bebas Neue"/>
                <a:cs typeface="Bebas Neue"/>
                <a:sym typeface="Bebas Neue"/>
              </a:defRPr>
            </a:lvl8pPr>
            <a:lvl9pPr lvl="8" rtl="0" algn="ctr">
              <a:spcBef>
                <a:spcPts val="0"/>
              </a:spcBef>
              <a:spcAft>
                <a:spcPts val="0"/>
              </a:spcAft>
              <a:buClr>
                <a:schemeClr val="lt1"/>
              </a:buClr>
              <a:buSzPts val="4000"/>
              <a:buFont typeface="Bebas Neue"/>
              <a:buNone/>
              <a:defRPr b="1" sz="4000">
                <a:solidFill>
                  <a:schemeClr val="lt1"/>
                </a:solidFill>
                <a:latin typeface="Bebas Neue"/>
                <a:ea typeface="Bebas Neue"/>
                <a:cs typeface="Bebas Neue"/>
                <a:sym typeface="Bebas Neue"/>
              </a:defRPr>
            </a:lvl9pPr>
          </a:lstStyle>
          <a:p>
            <a:r>
              <a:t>xx%</a:t>
            </a:r>
          </a:p>
        </p:txBody>
      </p:sp>
      <p:sp>
        <p:nvSpPr>
          <p:cNvPr id="687" name="Google Shape;687;p13"/>
          <p:cNvSpPr txBox="1"/>
          <p:nvPr>
            <p:ph idx="6" type="subTitle"/>
          </p:nvPr>
        </p:nvSpPr>
        <p:spPr>
          <a:xfrm>
            <a:off x="5875101" y="1161125"/>
            <a:ext cx="2129700" cy="829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gn="ctr">
              <a:spcBef>
                <a:spcPts val="0"/>
              </a:spcBef>
              <a:spcAft>
                <a:spcPts val="0"/>
              </a:spcAft>
              <a:buSzPts val="2400"/>
              <a:buFont typeface="Bebas Neue"/>
              <a:buNone/>
              <a:defRPr b="1" sz="2400">
                <a:latin typeface="Bebas Neue"/>
                <a:ea typeface="Bebas Neue"/>
                <a:cs typeface="Bebas Neue"/>
                <a:sym typeface="Bebas Neue"/>
              </a:defRPr>
            </a:lvl2pPr>
            <a:lvl3pPr lvl="2" rtl="0" algn="ctr">
              <a:spcBef>
                <a:spcPts val="0"/>
              </a:spcBef>
              <a:spcAft>
                <a:spcPts val="0"/>
              </a:spcAft>
              <a:buSzPts val="2400"/>
              <a:buFont typeface="Bebas Neue"/>
              <a:buNone/>
              <a:defRPr b="1" sz="2400">
                <a:latin typeface="Bebas Neue"/>
                <a:ea typeface="Bebas Neue"/>
                <a:cs typeface="Bebas Neue"/>
                <a:sym typeface="Bebas Neue"/>
              </a:defRPr>
            </a:lvl3pPr>
            <a:lvl4pPr lvl="3" rtl="0" algn="ctr">
              <a:spcBef>
                <a:spcPts val="0"/>
              </a:spcBef>
              <a:spcAft>
                <a:spcPts val="0"/>
              </a:spcAft>
              <a:buSzPts val="2400"/>
              <a:buFont typeface="Bebas Neue"/>
              <a:buNone/>
              <a:defRPr b="1" sz="2400">
                <a:latin typeface="Bebas Neue"/>
                <a:ea typeface="Bebas Neue"/>
                <a:cs typeface="Bebas Neue"/>
                <a:sym typeface="Bebas Neue"/>
              </a:defRPr>
            </a:lvl4pPr>
            <a:lvl5pPr lvl="4" rtl="0" algn="ctr">
              <a:spcBef>
                <a:spcPts val="0"/>
              </a:spcBef>
              <a:spcAft>
                <a:spcPts val="0"/>
              </a:spcAft>
              <a:buSzPts val="2400"/>
              <a:buFont typeface="Bebas Neue"/>
              <a:buNone/>
              <a:defRPr b="1" sz="2400">
                <a:latin typeface="Bebas Neue"/>
                <a:ea typeface="Bebas Neue"/>
                <a:cs typeface="Bebas Neue"/>
                <a:sym typeface="Bebas Neue"/>
              </a:defRPr>
            </a:lvl5pPr>
            <a:lvl6pPr lvl="5" rtl="0" algn="ctr">
              <a:spcBef>
                <a:spcPts val="0"/>
              </a:spcBef>
              <a:spcAft>
                <a:spcPts val="0"/>
              </a:spcAft>
              <a:buSzPts val="2400"/>
              <a:buFont typeface="Bebas Neue"/>
              <a:buNone/>
              <a:defRPr b="1" sz="2400">
                <a:latin typeface="Bebas Neue"/>
                <a:ea typeface="Bebas Neue"/>
                <a:cs typeface="Bebas Neue"/>
                <a:sym typeface="Bebas Neue"/>
              </a:defRPr>
            </a:lvl6pPr>
            <a:lvl7pPr lvl="6" rtl="0" algn="ctr">
              <a:spcBef>
                <a:spcPts val="0"/>
              </a:spcBef>
              <a:spcAft>
                <a:spcPts val="0"/>
              </a:spcAft>
              <a:buSzPts val="2400"/>
              <a:buFont typeface="Bebas Neue"/>
              <a:buNone/>
              <a:defRPr b="1" sz="2400">
                <a:latin typeface="Bebas Neue"/>
                <a:ea typeface="Bebas Neue"/>
                <a:cs typeface="Bebas Neue"/>
                <a:sym typeface="Bebas Neue"/>
              </a:defRPr>
            </a:lvl7pPr>
            <a:lvl8pPr lvl="7" rtl="0" algn="ctr">
              <a:spcBef>
                <a:spcPts val="0"/>
              </a:spcBef>
              <a:spcAft>
                <a:spcPts val="0"/>
              </a:spcAft>
              <a:buSzPts val="2400"/>
              <a:buFont typeface="Bebas Neue"/>
              <a:buNone/>
              <a:defRPr b="1" sz="2400">
                <a:latin typeface="Bebas Neue"/>
                <a:ea typeface="Bebas Neue"/>
                <a:cs typeface="Bebas Neue"/>
                <a:sym typeface="Bebas Neue"/>
              </a:defRPr>
            </a:lvl8pPr>
            <a:lvl9pPr lvl="8" rtl="0" algn="ctr">
              <a:spcBef>
                <a:spcPts val="0"/>
              </a:spcBef>
              <a:spcAft>
                <a:spcPts val="0"/>
              </a:spcAft>
              <a:buSzPts val="2400"/>
              <a:buFont typeface="Bebas Neue"/>
              <a:buNone/>
              <a:defRPr b="1" sz="2400">
                <a:latin typeface="Bebas Neue"/>
                <a:ea typeface="Bebas Neue"/>
                <a:cs typeface="Bebas Neue"/>
                <a:sym typeface="Bebas Neue"/>
              </a:defRPr>
            </a:lvl9pPr>
          </a:lstStyle>
          <a:p/>
        </p:txBody>
      </p:sp>
      <p:sp>
        <p:nvSpPr>
          <p:cNvPr id="688" name="Google Shape;688;p13"/>
          <p:cNvSpPr txBox="1"/>
          <p:nvPr>
            <p:ph idx="7" type="subTitle"/>
          </p:nvPr>
        </p:nvSpPr>
        <p:spPr>
          <a:xfrm>
            <a:off x="5875100" y="1857350"/>
            <a:ext cx="2129700" cy="527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b="0"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689" name="Google Shape;689;p13"/>
          <p:cNvSpPr txBox="1"/>
          <p:nvPr>
            <p:ph hasCustomPrompt="1" idx="8" type="title"/>
          </p:nvPr>
        </p:nvSpPr>
        <p:spPr>
          <a:xfrm>
            <a:off x="4656850" y="1339613"/>
            <a:ext cx="1144500" cy="8994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Clr>
                <a:schemeClr val="lt1"/>
              </a:buClr>
              <a:buSzPts val="4000"/>
              <a:buNone/>
              <a:defRPr i="1" sz="5000">
                <a:solidFill>
                  <a:schemeClr val="lt1"/>
                </a:solidFill>
              </a:defRPr>
            </a:lvl1pPr>
            <a:lvl2pPr lvl="1" rtl="0" algn="ctr">
              <a:spcBef>
                <a:spcPts val="0"/>
              </a:spcBef>
              <a:spcAft>
                <a:spcPts val="0"/>
              </a:spcAft>
              <a:buClr>
                <a:schemeClr val="lt1"/>
              </a:buClr>
              <a:buSzPts val="4000"/>
              <a:buFont typeface="Bebas Neue"/>
              <a:buNone/>
              <a:defRPr b="1" sz="4000">
                <a:solidFill>
                  <a:schemeClr val="lt1"/>
                </a:solidFill>
                <a:latin typeface="Bebas Neue"/>
                <a:ea typeface="Bebas Neue"/>
                <a:cs typeface="Bebas Neue"/>
                <a:sym typeface="Bebas Neue"/>
              </a:defRPr>
            </a:lvl2pPr>
            <a:lvl3pPr lvl="2" rtl="0" algn="ctr">
              <a:spcBef>
                <a:spcPts val="0"/>
              </a:spcBef>
              <a:spcAft>
                <a:spcPts val="0"/>
              </a:spcAft>
              <a:buClr>
                <a:schemeClr val="lt1"/>
              </a:buClr>
              <a:buSzPts val="4000"/>
              <a:buFont typeface="Bebas Neue"/>
              <a:buNone/>
              <a:defRPr b="1" sz="4000">
                <a:solidFill>
                  <a:schemeClr val="lt1"/>
                </a:solidFill>
                <a:latin typeface="Bebas Neue"/>
                <a:ea typeface="Bebas Neue"/>
                <a:cs typeface="Bebas Neue"/>
                <a:sym typeface="Bebas Neue"/>
              </a:defRPr>
            </a:lvl3pPr>
            <a:lvl4pPr lvl="3" rtl="0" algn="ctr">
              <a:spcBef>
                <a:spcPts val="0"/>
              </a:spcBef>
              <a:spcAft>
                <a:spcPts val="0"/>
              </a:spcAft>
              <a:buClr>
                <a:schemeClr val="lt1"/>
              </a:buClr>
              <a:buSzPts val="4000"/>
              <a:buFont typeface="Bebas Neue"/>
              <a:buNone/>
              <a:defRPr b="1" sz="4000">
                <a:solidFill>
                  <a:schemeClr val="lt1"/>
                </a:solidFill>
                <a:latin typeface="Bebas Neue"/>
                <a:ea typeface="Bebas Neue"/>
                <a:cs typeface="Bebas Neue"/>
                <a:sym typeface="Bebas Neue"/>
              </a:defRPr>
            </a:lvl4pPr>
            <a:lvl5pPr lvl="4" rtl="0" algn="ctr">
              <a:spcBef>
                <a:spcPts val="0"/>
              </a:spcBef>
              <a:spcAft>
                <a:spcPts val="0"/>
              </a:spcAft>
              <a:buClr>
                <a:schemeClr val="lt1"/>
              </a:buClr>
              <a:buSzPts val="4000"/>
              <a:buFont typeface="Bebas Neue"/>
              <a:buNone/>
              <a:defRPr b="1" sz="4000">
                <a:solidFill>
                  <a:schemeClr val="lt1"/>
                </a:solidFill>
                <a:latin typeface="Bebas Neue"/>
                <a:ea typeface="Bebas Neue"/>
                <a:cs typeface="Bebas Neue"/>
                <a:sym typeface="Bebas Neue"/>
              </a:defRPr>
            </a:lvl5pPr>
            <a:lvl6pPr lvl="5" rtl="0" algn="ctr">
              <a:spcBef>
                <a:spcPts val="0"/>
              </a:spcBef>
              <a:spcAft>
                <a:spcPts val="0"/>
              </a:spcAft>
              <a:buClr>
                <a:schemeClr val="lt1"/>
              </a:buClr>
              <a:buSzPts val="4000"/>
              <a:buFont typeface="Bebas Neue"/>
              <a:buNone/>
              <a:defRPr b="1" sz="4000">
                <a:solidFill>
                  <a:schemeClr val="lt1"/>
                </a:solidFill>
                <a:latin typeface="Bebas Neue"/>
                <a:ea typeface="Bebas Neue"/>
                <a:cs typeface="Bebas Neue"/>
                <a:sym typeface="Bebas Neue"/>
              </a:defRPr>
            </a:lvl6pPr>
            <a:lvl7pPr lvl="6" rtl="0" algn="ctr">
              <a:spcBef>
                <a:spcPts val="0"/>
              </a:spcBef>
              <a:spcAft>
                <a:spcPts val="0"/>
              </a:spcAft>
              <a:buClr>
                <a:schemeClr val="lt1"/>
              </a:buClr>
              <a:buSzPts val="4000"/>
              <a:buFont typeface="Bebas Neue"/>
              <a:buNone/>
              <a:defRPr b="1" sz="4000">
                <a:solidFill>
                  <a:schemeClr val="lt1"/>
                </a:solidFill>
                <a:latin typeface="Bebas Neue"/>
                <a:ea typeface="Bebas Neue"/>
                <a:cs typeface="Bebas Neue"/>
                <a:sym typeface="Bebas Neue"/>
              </a:defRPr>
            </a:lvl7pPr>
            <a:lvl8pPr lvl="7" rtl="0" algn="ctr">
              <a:spcBef>
                <a:spcPts val="0"/>
              </a:spcBef>
              <a:spcAft>
                <a:spcPts val="0"/>
              </a:spcAft>
              <a:buClr>
                <a:schemeClr val="lt1"/>
              </a:buClr>
              <a:buSzPts val="4000"/>
              <a:buFont typeface="Bebas Neue"/>
              <a:buNone/>
              <a:defRPr b="1" sz="4000">
                <a:solidFill>
                  <a:schemeClr val="lt1"/>
                </a:solidFill>
                <a:latin typeface="Bebas Neue"/>
                <a:ea typeface="Bebas Neue"/>
                <a:cs typeface="Bebas Neue"/>
                <a:sym typeface="Bebas Neue"/>
              </a:defRPr>
            </a:lvl8pPr>
            <a:lvl9pPr lvl="8" rtl="0" algn="ctr">
              <a:spcBef>
                <a:spcPts val="0"/>
              </a:spcBef>
              <a:spcAft>
                <a:spcPts val="0"/>
              </a:spcAft>
              <a:buClr>
                <a:schemeClr val="lt1"/>
              </a:buClr>
              <a:buSzPts val="4000"/>
              <a:buFont typeface="Bebas Neue"/>
              <a:buNone/>
              <a:defRPr b="1" sz="4000">
                <a:solidFill>
                  <a:schemeClr val="lt1"/>
                </a:solidFill>
                <a:latin typeface="Bebas Neue"/>
                <a:ea typeface="Bebas Neue"/>
                <a:cs typeface="Bebas Neue"/>
                <a:sym typeface="Bebas Neue"/>
              </a:defRPr>
            </a:lvl9pPr>
          </a:lstStyle>
          <a:p>
            <a:r>
              <a:t>xx%</a:t>
            </a:r>
          </a:p>
        </p:txBody>
      </p:sp>
      <p:sp>
        <p:nvSpPr>
          <p:cNvPr id="690" name="Google Shape;690;p13"/>
          <p:cNvSpPr txBox="1"/>
          <p:nvPr>
            <p:ph idx="9" type="subTitle"/>
          </p:nvPr>
        </p:nvSpPr>
        <p:spPr>
          <a:xfrm>
            <a:off x="5875101" y="3043525"/>
            <a:ext cx="2129700" cy="829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400">
                <a:latin typeface="Bebas Neue"/>
                <a:ea typeface="Bebas Neue"/>
                <a:cs typeface="Bebas Neue"/>
                <a:sym typeface="Bebas Neue"/>
              </a:defRPr>
            </a:lvl1pPr>
            <a:lvl2pPr lvl="1" rtl="0" algn="ctr">
              <a:spcBef>
                <a:spcPts val="0"/>
              </a:spcBef>
              <a:spcAft>
                <a:spcPts val="0"/>
              </a:spcAft>
              <a:buSzPts val="2400"/>
              <a:buFont typeface="Bebas Neue"/>
              <a:buNone/>
              <a:defRPr b="1" sz="2400">
                <a:latin typeface="Bebas Neue"/>
                <a:ea typeface="Bebas Neue"/>
                <a:cs typeface="Bebas Neue"/>
                <a:sym typeface="Bebas Neue"/>
              </a:defRPr>
            </a:lvl2pPr>
            <a:lvl3pPr lvl="2" rtl="0" algn="ctr">
              <a:spcBef>
                <a:spcPts val="0"/>
              </a:spcBef>
              <a:spcAft>
                <a:spcPts val="0"/>
              </a:spcAft>
              <a:buSzPts val="2400"/>
              <a:buFont typeface="Bebas Neue"/>
              <a:buNone/>
              <a:defRPr b="1" sz="2400">
                <a:latin typeface="Bebas Neue"/>
                <a:ea typeface="Bebas Neue"/>
                <a:cs typeface="Bebas Neue"/>
                <a:sym typeface="Bebas Neue"/>
              </a:defRPr>
            </a:lvl3pPr>
            <a:lvl4pPr lvl="3" rtl="0" algn="ctr">
              <a:spcBef>
                <a:spcPts val="0"/>
              </a:spcBef>
              <a:spcAft>
                <a:spcPts val="0"/>
              </a:spcAft>
              <a:buSzPts val="2400"/>
              <a:buFont typeface="Bebas Neue"/>
              <a:buNone/>
              <a:defRPr b="1" sz="2400">
                <a:latin typeface="Bebas Neue"/>
                <a:ea typeface="Bebas Neue"/>
                <a:cs typeface="Bebas Neue"/>
                <a:sym typeface="Bebas Neue"/>
              </a:defRPr>
            </a:lvl4pPr>
            <a:lvl5pPr lvl="4" rtl="0" algn="ctr">
              <a:spcBef>
                <a:spcPts val="0"/>
              </a:spcBef>
              <a:spcAft>
                <a:spcPts val="0"/>
              </a:spcAft>
              <a:buSzPts val="2400"/>
              <a:buFont typeface="Bebas Neue"/>
              <a:buNone/>
              <a:defRPr b="1" sz="2400">
                <a:latin typeface="Bebas Neue"/>
                <a:ea typeface="Bebas Neue"/>
                <a:cs typeface="Bebas Neue"/>
                <a:sym typeface="Bebas Neue"/>
              </a:defRPr>
            </a:lvl5pPr>
            <a:lvl6pPr lvl="5" rtl="0" algn="ctr">
              <a:spcBef>
                <a:spcPts val="0"/>
              </a:spcBef>
              <a:spcAft>
                <a:spcPts val="0"/>
              </a:spcAft>
              <a:buSzPts val="2400"/>
              <a:buFont typeface="Bebas Neue"/>
              <a:buNone/>
              <a:defRPr b="1" sz="2400">
                <a:latin typeface="Bebas Neue"/>
                <a:ea typeface="Bebas Neue"/>
                <a:cs typeface="Bebas Neue"/>
                <a:sym typeface="Bebas Neue"/>
              </a:defRPr>
            </a:lvl6pPr>
            <a:lvl7pPr lvl="6" rtl="0" algn="ctr">
              <a:spcBef>
                <a:spcPts val="0"/>
              </a:spcBef>
              <a:spcAft>
                <a:spcPts val="0"/>
              </a:spcAft>
              <a:buSzPts val="2400"/>
              <a:buFont typeface="Bebas Neue"/>
              <a:buNone/>
              <a:defRPr b="1" sz="2400">
                <a:latin typeface="Bebas Neue"/>
                <a:ea typeface="Bebas Neue"/>
                <a:cs typeface="Bebas Neue"/>
                <a:sym typeface="Bebas Neue"/>
              </a:defRPr>
            </a:lvl7pPr>
            <a:lvl8pPr lvl="7" rtl="0" algn="ctr">
              <a:spcBef>
                <a:spcPts val="0"/>
              </a:spcBef>
              <a:spcAft>
                <a:spcPts val="0"/>
              </a:spcAft>
              <a:buSzPts val="2400"/>
              <a:buFont typeface="Bebas Neue"/>
              <a:buNone/>
              <a:defRPr b="1" sz="2400">
                <a:latin typeface="Bebas Neue"/>
                <a:ea typeface="Bebas Neue"/>
                <a:cs typeface="Bebas Neue"/>
                <a:sym typeface="Bebas Neue"/>
              </a:defRPr>
            </a:lvl8pPr>
            <a:lvl9pPr lvl="8" rtl="0" algn="ctr">
              <a:spcBef>
                <a:spcPts val="0"/>
              </a:spcBef>
              <a:spcAft>
                <a:spcPts val="0"/>
              </a:spcAft>
              <a:buSzPts val="2400"/>
              <a:buFont typeface="Bebas Neue"/>
              <a:buNone/>
              <a:defRPr b="1" sz="2400">
                <a:latin typeface="Bebas Neue"/>
                <a:ea typeface="Bebas Neue"/>
                <a:cs typeface="Bebas Neue"/>
                <a:sym typeface="Bebas Neue"/>
              </a:defRPr>
            </a:lvl9pPr>
          </a:lstStyle>
          <a:p/>
        </p:txBody>
      </p:sp>
      <p:sp>
        <p:nvSpPr>
          <p:cNvPr id="691" name="Google Shape;691;p13"/>
          <p:cNvSpPr txBox="1"/>
          <p:nvPr>
            <p:ph idx="13" type="subTitle"/>
          </p:nvPr>
        </p:nvSpPr>
        <p:spPr>
          <a:xfrm>
            <a:off x="5875100" y="3750825"/>
            <a:ext cx="2129700" cy="527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b="0"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692" name="Google Shape;692;p13"/>
          <p:cNvSpPr txBox="1"/>
          <p:nvPr>
            <p:ph hasCustomPrompt="1" idx="14" type="title"/>
          </p:nvPr>
        </p:nvSpPr>
        <p:spPr>
          <a:xfrm>
            <a:off x="4656850" y="3215575"/>
            <a:ext cx="1144500" cy="8994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Clr>
                <a:schemeClr val="lt1"/>
              </a:buClr>
              <a:buSzPts val="4000"/>
              <a:buNone/>
              <a:defRPr i="1" sz="5000">
                <a:solidFill>
                  <a:schemeClr val="lt1"/>
                </a:solidFill>
              </a:defRPr>
            </a:lvl1pPr>
            <a:lvl2pPr lvl="1" rtl="0" algn="ctr">
              <a:spcBef>
                <a:spcPts val="0"/>
              </a:spcBef>
              <a:spcAft>
                <a:spcPts val="0"/>
              </a:spcAft>
              <a:buClr>
                <a:schemeClr val="lt1"/>
              </a:buClr>
              <a:buSzPts val="4000"/>
              <a:buFont typeface="Bebas Neue"/>
              <a:buNone/>
              <a:defRPr b="1" sz="4000">
                <a:solidFill>
                  <a:schemeClr val="lt1"/>
                </a:solidFill>
                <a:latin typeface="Bebas Neue"/>
                <a:ea typeface="Bebas Neue"/>
                <a:cs typeface="Bebas Neue"/>
                <a:sym typeface="Bebas Neue"/>
              </a:defRPr>
            </a:lvl2pPr>
            <a:lvl3pPr lvl="2" rtl="0" algn="ctr">
              <a:spcBef>
                <a:spcPts val="0"/>
              </a:spcBef>
              <a:spcAft>
                <a:spcPts val="0"/>
              </a:spcAft>
              <a:buClr>
                <a:schemeClr val="lt1"/>
              </a:buClr>
              <a:buSzPts val="4000"/>
              <a:buFont typeface="Bebas Neue"/>
              <a:buNone/>
              <a:defRPr b="1" sz="4000">
                <a:solidFill>
                  <a:schemeClr val="lt1"/>
                </a:solidFill>
                <a:latin typeface="Bebas Neue"/>
                <a:ea typeface="Bebas Neue"/>
                <a:cs typeface="Bebas Neue"/>
                <a:sym typeface="Bebas Neue"/>
              </a:defRPr>
            </a:lvl3pPr>
            <a:lvl4pPr lvl="3" rtl="0" algn="ctr">
              <a:spcBef>
                <a:spcPts val="0"/>
              </a:spcBef>
              <a:spcAft>
                <a:spcPts val="0"/>
              </a:spcAft>
              <a:buClr>
                <a:schemeClr val="lt1"/>
              </a:buClr>
              <a:buSzPts val="4000"/>
              <a:buFont typeface="Bebas Neue"/>
              <a:buNone/>
              <a:defRPr b="1" sz="4000">
                <a:solidFill>
                  <a:schemeClr val="lt1"/>
                </a:solidFill>
                <a:latin typeface="Bebas Neue"/>
                <a:ea typeface="Bebas Neue"/>
                <a:cs typeface="Bebas Neue"/>
                <a:sym typeface="Bebas Neue"/>
              </a:defRPr>
            </a:lvl4pPr>
            <a:lvl5pPr lvl="4" rtl="0" algn="ctr">
              <a:spcBef>
                <a:spcPts val="0"/>
              </a:spcBef>
              <a:spcAft>
                <a:spcPts val="0"/>
              </a:spcAft>
              <a:buClr>
                <a:schemeClr val="lt1"/>
              </a:buClr>
              <a:buSzPts val="4000"/>
              <a:buFont typeface="Bebas Neue"/>
              <a:buNone/>
              <a:defRPr b="1" sz="4000">
                <a:solidFill>
                  <a:schemeClr val="lt1"/>
                </a:solidFill>
                <a:latin typeface="Bebas Neue"/>
                <a:ea typeface="Bebas Neue"/>
                <a:cs typeface="Bebas Neue"/>
                <a:sym typeface="Bebas Neue"/>
              </a:defRPr>
            </a:lvl5pPr>
            <a:lvl6pPr lvl="5" rtl="0" algn="ctr">
              <a:spcBef>
                <a:spcPts val="0"/>
              </a:spcBef>
              <a:spcAft>
                <a:spcPts val="0"/>
              </a:spcAft>
              <a:buClr>
                <a:schemeClr val="lt1"/>
              </a:buClr>
              <a:buSzPts val="4000"/>
              <a:buFont typeface="Bebas Neue"/>
              <a:buNone/>
              <a:defRPr b="1" sz="4000">
                <a:solidFill>
                  <a:schemeClr val="lt1"/>
                </a:solidFill>
                <a:latin typeface="Bebas Neue"/>
                <a:ea typeface="Bebas Neue"/>
                <a:cs typeface="Bebas Neue"/>
                <a:sym typeface="Bebas Neue"/>
              </a:defRPr>
            </a:lvl6pPr>
            <a:lvl7pPr lvl="6" rtl="0" algn="ctr">
              <a:spcBef>
                <a:spcPts val="0"/>
              </a:spcBef>
              <a:spcAft>
                <a:spcPts val="0"/>
              </a:spcAft>
              <a:buClr>
                <a:schemeClr val="lt1"/>
              </a:buClr>
              <a:buSzPts val="4000"/>
              <a:buFont typeface="Bebas Neue"/>
              <a:buNone/>
              <a:defRPr b="1" sz="4000">
                <a:solidFill>
                  <a:schemeClr val="lt1"/>
                </a:solidFill>
                <a:latin typeface="Bebas Neue"/>
                <a:ea typeface="Bebas Neue"/>
                <a:cs typeface="Bebas Neue"/>
                <a:sym typeface="Bebas Neue"/>
              </a:defRPr>
            </a:lvl7pPr>
            <a:lvl8pPr lvl="7" rtl="0" algn="ctr">
              <a:spcBef>
                <a:spcPts val="0"/>
              </a:spcBef>
              <a:spcAft>
                <a:spcPts val="0"/>
              </a:spcAft>
              <a:buClr>
                <a:schemeClr val="lt1"/>
              </a:buClr>
              <a:buSzPts val="4000"/>
              <a:buFont typeface="Bebas Neue"/>
              <a:buNone/>
              <a:defRPr b="1" sz="4000">
                <a:solidFill>
                  <a:schemeClr val="lt1"/>
                </a:solidFill>
                <a:latin typeface="Bebas Neue"/>
                <a:ea typeface="Bebas Neue"/>
                <a:cs typeface="Bebas Neue"/>
                <a:sym typeface="Bebas Neue"/>
              </a:defRPr>
            </a:lvl8pPr>
            <a:lvl9pPr lvl="8" rtl="0" algn="ctr">
              <a:spcBef>
                <a:spcPts val="0"/>
              </a:spcBef>
              <a:spcAft>
                <a:spcPts val="0"/>
              </a:spcAft>
              <a:buClr>
                <a:schemeClr val="lt1"/>
              </a:buClr>
              <a:buSzPts val="4000"/>
              <a:buFont typeface="Bebas Neue"/>
              <a:buNone/>
              <a:defRPr b="1" sz="4000">
                <a:solidFill>
                  <a:schemeClr val="lt1"/>
                </a:solidFill>
                <a:latin typeface="Bebas Neue"/>
                <a:ea typeface="Bebas Neue"/>
                <a:cs typeface="Bebas Neue"/>
                <a:sym typeface="Bebas Neue"/>
              </a:defRPr>
            </a:lvl9pPr>
          </a:lstStyle>
          <a:p>
            <a:r>
              <a:t>xx%</a:t>
            </a:r>
          </a:p>
        </p:txBody>
      </p:sp>
      <p:sp>
        <p:nvSpPr>
          <p:cNvPr id="693" name="Google Shape;693;p13"/>
          <p:cNvSpPr txBox="1"/>
          <p:nvPr>
            <p:ph idx="15" type="title"/>
          </p:nvPr>
        </p:nvSpPr>
        <p:spPr>
          <a:xfrm>
            <a:off x="733950" y="457200"/>
            <a:ext cx="7674900" cy="527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600"/>
              <a:buNone/>
              <a:defRPr b="0" sz="32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694" name="Google Shape;694;p13"/>
          <p:cNvSpPr txBox="1"/>
          <p:nvPr>
            <p:ph idx="12" type="sldNum"/>
          </p:nvPr>
        </p:nvSpPr>
        <p:spPr>
          <a:xfrm>
            <a:off x="8250500" y="4608500"/>
            <a:ext cx="695100" cy="279300"/>
          </a:xfrm>
          <a:prstGeom prst="rect">
            <a:avLst/>
          </a:prstGeom>
        </p:spPr>
        <p:txBody>
          <a:bodyPr anchorCtr="0" anchor="ctr" bIns="91425" lIns="91425" spcFirstLastPara="1" rIns="91425" wrap="square" tIns="91425">
            <a:noAutofit/>
          </a:bodyPr>
          <a:lstStyle>
            <a:lvl1pPr lvl="0" rtl="0" algn="ctr">
              <a:buNone/>
              <a:defRPr b="1" sz="1900">
                <a:solidFill>
                  <a:schemeClr val="lt1"/>
                </a:solidFill>
                <a:latin typeface="Bebas Neue"/>
                <a:ea typeface="Bebas Neue"/>
                <a:cs typeface="Bebas Neue"/>
                <a:sym typeface="Bebas Neue"/>
              </a:defRPr>
            </a:lvl1pPr>
            <a:lvl2pPr lvl="1" rtl="0" algn="ctr">
              <a:buNone/>
              <a:defRPr b="1" sz="1900">
                <a:solidFill>
                  <a:schemeClr val="lt1"/>
                </a:solidFill>
                <a:latin typeface="Bebas Neue"/>
                <a:ea typeface="Bebas Neue"/>
                <a:cs typeface="Bebas Neue"/>
                <a:sym typeface="Bebas Neue"/>
              </a:defRPr>
            </a:lvl2pPr>
            <a:lvl3pPr lvl="2" rtl="0" algn="ctr">
              <a:buNone/>
              <a:defRPr b="1" sz="1900">
                <a:solidFill>
                  <a:schemeClr val="lt1"/>
                </a:solidFill>
                <a:latin typeface="Bebas Neue"/>
                <a:ea typeface="Bebas Neue"/>
                <a:cs typeface="Bebas Neue"/>
                <a:sym typeface="Bebas Neue"/>
              </a:defRPr>
            </a:lvl3pPr>
            <a:lvl4pPr lvl="3" rtl="0" algn="ctr">
              <a:buNone/>
              <a:defRPr b="1" sz="1900">
                <a:solidFill>
                  <a:schemeClr val="lt1"/>
                </a:solidFill>
                <a:latin typeface="Bebas Neue"/>
                <a:ea typeface="Bebas Neue"/>
                <a:cs typeface="Bebas Neue"/>
                <a:sym typeface="Bebas Neue"/>
              </a:defRPr>
            </a:lvl4pPr>
            <a:lvl5pPr lvl="4" rtl="0" algn="ctr">
              <a:buNone/>
              <a:defRPr b="1" sz="1900">
                <a:solidFill>
                  <a:schemeClr val="lt1"/>
                </a:solidFill>
                <a:latin typeface="Bebas Neue"/>
                <a:ea typeface="Bebas Neue"/>
                <a:cs typeface="Bebas Neue"/>
                <a:sym typeface="Bebas Neue"/>
              </a:defRPr>
            </a:lvl5pPr>
            <a:lvl6pPr lvl="5" rtl="0" algn="ctr">
              <a:buNone/>
              <a:defRPr b="1" sz="1900">
                <a:solidFill>
                  <a:schemeClr val="lt1"/>
                </a:solidFill>
                <a:latin typeface="Bebas Neue"/>
                <a:ea typeface="Bebas Neue"/>
                <a:cs typeface="Bebas Neue"/>
                <a:sym typeface="Bebas Neue"/>
              </a:defRPr>
            </a:lvl6pPr>
            <a:lvl7pPr lvl="6" rtl="0" algn="ctr">
              <a:buNone/>
              <a:defRPr b="1" sz="1900">
                <a:solidFill>
                  <a:schemeClr val="lt1"/>
                </a:solidFill>
                <a:latin typeface="Bebas Neue"/>
                <a:ea typeface="Bebas Neue"/>
                <a:cs typeface="Bebas Neue"/>
                <a:sym typeface="Bebas Neue"/>
              </a:defRPr>
            </a:lvl7pPr>
            <a:lvl8pPr lvl="7" rtl="0" algn="ctr">
              <a:buNone/>
              <a:defRPr b="1" sz="1900">
                <a:solidFill>
                  <a:schemeClr val="lt1"/>
                </a:solidFill>
                <a:latin typeface="Bebas Neue"/>
                <a:ea typeface="Bebas Neue"/>
                <a:cs typeface="Bebas Neue"/>
                <a:sym typeface="Bebas Neue"/>
              </a:defRPr>
            </a:lvl8pPr>
            <a:lvl9pPr lvl="8" rtl="0" algn="ctr">
              <a:buNone/>
              <a:defRPr b="1" sz="1900">
                <a:solidFill>
                  <a:schemeClr val="lt1"/>
                </a:solidFill>
                <a:latin typeface="Bebas Neue"/>
                <a:ea typeface="Bebas Neue"/>
                <a:cs typeface="Bebas Neue"/>
                <a:sym typeface="Bebas Neue"/>
              </a:defRPr>
            </a:lvl9pPr>
          </a:lstStyle>
          <a:p>
            <a:pPr indent="0" lvl="0" marL="0" rtl="0" algn="ctr">
              <a:spcBef>
                <a:spcPts val="0"/>
              </a:spcBef>
              <a:spcAft>
                <a:spcPts val="0"/>
              </a:spcAft>
              <a:buNone/>
            </a:pPr>
            <a:fld id="{00000000-1234-1234-1234-123412341234}" type="slidenum">
              <a:rPr lang="en"/>
              <a:t>‹#›</a:t>
            </a:fld>
            <a:endParaRPr/>
          </a:p>
        </p:txBody>
      </p:sp>
      <p:pic>
        <p:nvPicPr>
          <p:cNvPr id="9001" name="RUG logo"/>
          <p:cNvPicPr>
            <a:picLocks noChangeAspect="1"/>
          </p:cNvPicPr>
          <p:nvPr/>
        </p:nvPicPr>
        <p:blipFill>
          <a:blip r:embed="rId3"/>
          <a:stretch>
            <a:fillRect/>
          </a:stretch>
        </p:blipFill>
        <p:spPr>
          <a:xfrm>
            <a:off x="7498080" y="182880"/>
            <a:ext cx="1234440" cy="289865"/>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_1">
    <p:spTree>
      <p:nvGrpSpPr>
        <p:cNvPr id="695" name="Shape 695"/>
        <p:cNvGrpSpPr/>
        <p:nvPr/>
      </p:nvGrpSpPr>
      <p:grpSpPr>
        <a:xfrm>
          <a:off x="0" y="0"/>
          <a:ext cx="0" cy="0"/>
          <a:chOff x="0" y="0"/>
          <a:chExt cx="0" cy="0"/>
        </a:xfrm>
      </p:grpSpPr>
      <p:pic>
        <p:nvPicPr>
          <p:cNvPr id="696" name="Google Shape;696;p14"/>
          <p:cNvPicPr preferRelativeResize="0"/>
          <p:nvPr/>
        </p:nvPicPr>
        <p:blipFill rotWithShape="1">
          <a:blip r:embed="rId2">
            <a:alphaModFix amt="22000"/>
          </a:blip>
          <a:srcRect b="0" l="0" r="0" t="0"/>
          <a:stretch/>
        </p:blipFill>
        <p:spPr>
          <a:xfrm>
            <a:off x="25" y="0"/>
            <a:ext cx="9144003" cy="5143501"/>
          </a:xfrm>
          <a:prstGeom prst="rect">
            <a:avLst/>
          </a:prstGeom>
          <a:noFill/>
          <a:ln>
            <a:noFill/>
          </a:ln>
        </p:spPr>
      </p:pic>
      <p:sp>
        <p:nvSpPr>
          <p:cNvPr id="697" name="Google Shape;697;p14"/>
          <p:cNvSpPr/>
          <p:nvPr/>
        </p:nvSpPr>
        <p:spPr>
          <a:xfrm>
            <a:off x="190500" y="190500"/>
            <a:ext cx="8759700" cy="4762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14"/>
          <p:cNvSpPr txBox="1"/>
          <p:nvPr>
            <p:ph type="title"/>
          </p:nvPr>
        </p:nvSpPr>
        <p:spPr>
          <a:xfrm>
            <a:off x="856050" y="457200"/>
            <a:ext cx="7431000" cy="571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600"/>
              <a:buNone/>
              <a:defRPr b="0" sz="32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699" name="Google Shape;699;p14"/>
          <p:cNvSpPr txBox="1"/>
          <p:nvPr>
            <p:ph idx="12" type="sldNum"/>
          </p:nvPr>
        </p:nvSpPr>
        <p:spPr>
          <a:xfrm>
            <a:off x="8250500" y="4608500"/>
            <a:ext cx="695100" cy="279300"/>
          </a:xfrm>
          <a:prstGeom prst="rect">
            <a:avLst/>
          </a:prstGeom>
        </p:spPr>
        <p:txBody>
          <a:bodyPr anchorCtr="0" anchor="ctr" bIns="91425" lIns="91425" spcFirstLastPara="1" rIns="91425" wrap="square" tIns="91425">
            <a:noAutofit/>
          </a:bodyPr>
          <a:lstStyle>
            <a:lvl1pPr lvl="0" rtl="0" algn="ctr">
              <a:buNone/>
              <a:defRPr b="1" sz="1900">
                <a:solidFill>
                  <a:schemeClr val="lt1"/>
                </a:solidFill>
                <a:latin typeface="Bebas Neue"/>
                <a:ea typeface="Bebas Neue"/>
                <a:cs typeface="Bebas Neue"/>
                <a:sym typeface="Bebas Neue"/>
              </a:defRPr>
            </a:lvl1pPr>
            <a:lvl2pPr lvl="1" rtl="0" algn="ctr">
              <a:buNone/>
              <a:defRPr b="1" sz="1900">
                <a:solidFill>
                  <a:schemeClr val="lt1"/>
                </a:solidFill>
                <a:latin typeface="Bebas Neue"/>
                <a:ea typeface="Bebas Neue"/>
                <a:cs typeface="Bebas Neue"/>
                <a:sym typeface="Bebas Neue"/>
              </a:defRPr>
            </a:lvl2pPr>
            <a:lvl3pPr lvl="2" rtl="0" algn="ctr">
              <a:buNone/>
              <a:defRPr b="1" sz="1900">
                <a:solidFill>
                  <a:schemeClr val="lt1"/>
                </a:solidFill>
                <a:latin typeface="Bebas Neue"/>
                <a:ea typeface="Bebas Neue"/>
                <a:cs typeface="Bebas Neue"/>
                <a:sym typeface="Bebas Neue"/>
              </a:defRPr>
            </a:lvl3pPr>
            <a:lvl4pPr lvl="3" rtl="0" algn="ctr">
              <a:buNone/>
              <a:defRPr b="1" sz="1900">
                <a:solidFill>
                  <a:schemeClr val="lt1"/>
                </a:solidFill>
                <a:latin typeface="Bebas Neue"/>
                <a:ea typeface="Bebas Neue"/>
                <a:cs typeface="Bebas Neue"/>
                <a:sym typeface="Bebas Neue"/>
              </a:defRPr>
            </a:lvl4pPr>
            <a:lvl5pPr lvl="4" rtl="0" algn="ctr">
              <a:buNone/>
              <a:defRPr b="1" sz="1900">
                <a:solidFill>
                  <a:schemeClr val="lt1"/>
                </a:solidFill>
                <a:latin typeface="Bebas Neue"/>
                <a:ea typeface="Bebas Neue"/>
                <a:cs typeface="Bebas Neue"/>
                <a:sym typeface="Bebas Neue"/>
              </a:defRPr>
            </a:lvl5pPr>
            <a:lvl6pPr lvl="5" rtl="0" algn="ctr">
              <a:buNone/>
              <a:defRPr b="1" sz="1900">
                <a:solidFill>
                  <a:schemeClr val="lt1"/>
                </a:solidFill>
                <a:latin typeface="Bebas Neue"/>
                <a:ea typeface="Bebas Neue"/>
                <a:cs typeface="Bebas Neue"/>
                <a:sym typeface="Bebas Neue"/>
              </a:defRPr>
            </a:lvl6pPr>
            <a:lvl7pPr lvl="6" rtl="0" algn="ctr">
              <a:buNone/>
              <a:defRPr b="1" sz="1900">
                <a:solidFill>
                  <a:schemeClr val="lt1"/>
                </a:solidFill>
                <a:latin typeface="Bebas Neue"/>
                <a:ea typeface="Bebas Neue"/>
                <a:cs typeface="Bebas Neue"/>
                <a:sym typeface="Bebas Neue"/>
              </a:defRPr>
            </a:lvl7pPr>
            <a:lvl8pPr lvl="7" rtl="0" algn="ctr">
              <a:buNone/>
              <a:defRPr b="1" sz="1900">
                <a:solidFill>
                  <a:schemeClr val="lt1"/>
                </a:solidFill>
                <a:latin typeface="Bebas Neue"/>
                <a:ea typeface="Bebas Neue"/>
                <a:cs typeface="Bebas Neue"/>
                <a:sym typeface="Bebas Neue"/>
              </a:defRPr>
            </a:lvl8pPr>
            <a:lvl9pPr lvl="8" rtl="0" algn="ctr">
              <a:buNone/>
              <a:defRPr b="1" sz="1900">
                <a:solidFill>
                  <a:schemeClr val="lt1"/>
                </a:solidFill>
                <a:latin typeface="Bebas Neue"/>
                <a:ea typeface="Bebas Neue"/>
                <a:cs typeface="Bebas Neue"/>
                <a:sym typeface="Bebas Neue"/>
              </a:defRPr>
            </a:lvl9pPr>
          </a:lstStyle>
          <a:p>
            <a:pPr indent="0" lvl="0" marL="0" rtl="0" algn="ctr">
              <a:spcBef>
                <a:spcPts val="0"/>
              </a:spcBef>
              <a:spcAft>
                <a:spcPts val="0"/>
              </a:spcAft>
              <a:buNone/>
            </a:pPr>
            <a:fld id="{00000000-1234-1234-1234-123412341234}" type="slidenum">
              <a:rPr lang="en"/>
              <a:t>‹#›</a:t>
            </a:fld>
            <a:endParaRPr/>
          </a:p>
        </p:txBody>
      </p:sp>
      <p:grpSp>
        <p:nvGrpSpPr>
          <p:cNvPr id="700" name="Google Shape;700;p14"/>
          <p:cNvGrpSpPr/>
          <p:nvPr/>
        </p:nvGrpSpPr>
        <p:grpSpPr>
          <a:xfrm>
            <a:off x="866125" y="4643975"/>
            <a:ext cx="817800" cy="841338"/>
            <a:chOff x="866125" y="3600675"/>
            <a:chExt cx="817800" cy="841338"/>
          </a:xfrm>
        </p:grpSpPr>
        <p:sp>
          <p:nvSpPr>
            <p:cNvPr id="701" name="Google Shape;701;p14"/>
            <p:cNvSpPr/>
            <p:nvPr/>
          </p:nvSpPr>
          <p:spPr>
            <a:xfrm>
              <a:off x="866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14"/>
            <p:cNvSpPr/>
            <p:nvPr/>
          </p:nvSpPr>
          <p:spPr>
            <a:xfrm>
              <a:off x="10227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14"/>
            <p:cNvSpPr/>
            <p:nvPr/>
          </p:nvSpPr>
          <p:spPr>
            <a:xfrm>
              <a:off x="11793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14"/>
            <p:cNvSpPr/>
            <p:nvPr/>
          </p:nvSpPr>
          <p:spPr>
            <a:xfrm>
              <a:off x="13359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14"/>
            <p:cNvSpPr/>
            <p:nvPr/>
          </p:nvSpPr>
          <p:spPr>
            <a:xfrm>
              <a:off x="14925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14"/>
            <p:cNvSpPr/>
            <p:nvPr/>
          </p:nvSpPr>
          <p:spPr>
            <a:xfrm>
              <a:off x="1649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14"/>
            <p:cNvSpPr/>
            <p:nvPr/>
          </p:nvSpPr>
          <p:spPr>
            <a:xfrm>
              <a:off x="866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14"/>
            <p:cNvSpPr/>
            <p:nvPr/>
          </p:nvSpPr>
          <p:spPr>
            <a:xfrm>
              <a:off x="10227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14"/>
            <p:cNvSpPr/>
            <p:nvPr/>
          </p:nvSpPr>
          <p:spPr>
            <a:xfrm>
              <a:off x="11793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14"/>
            <p:cNvSpPr/>
            <p:nvPr/>
          </p:nvSpPr>
          <p:spPr>
            <a:xfrm>
              <a:off x="13359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14"/>
            <p:cNvSpPr/>
            <p:nvPr/>
          </p:nvSpPr>
          <p:spPr>
            <a:xfrm>
              <a:off x="14925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14"/>
            <p:cNvSpPr/>
            <p:nvPr/>
          </p:nvSpPr>
          <p:spPr>
            <a:xfrm>
              <a:off x="1649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14"/>
            <p:cNvSpPr/>
            <p:nvPr/>
          </p:nvSpPr>
          <p:spPr>
            <a:xfrm>
              <a:off x="866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14"/>
            <p:cNvSpPr/>
            <p:nvPr/>
          </p:nvSpPr>
          <p:spPr>
            <a:xfrm>
              <a:off x="10227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14"/>
            <p:cNvSpPr/>
            <p:nvPr/>
          </p:nvSpPr>
          <p:spPr>
            <a:xfrm>
              <a:off x="11793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14"/>
            <p:cNvSpPr/>
            <p:nvPr/>
          </p:nvSpPr>
          <p:spPr>
            <a:xfrm>
              <a:off x="13359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14"/>
            <p:cNvSpPr/>
            <p:nvPr/>
          </p:nvSpPr>
          <p:spPr>
            <a:xfrm>
              <a:off x="14925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14"/>
            <p:cNvSpPr/>
            <p:nvPr/>
          </p:nvSpPr>
          <p:spPr>
            <a:xfrm>
              <a:off x="1649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14"/>
            <p:cNvSpPr/>
            <p:nvPr/>
          </p:nvSpPr>
          <p:spPr>
            <a:xfrm>
              <a:off x="866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14"/>
            <p:cNvSpPr/>
            <p:nvPr/>
          </p:nvSpPr>
          <p:spPr>
            <a:xfrm>
              <a:off x="10227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14"/>
            <p:cNvSpPr/>
            <p:nvPr/>
          </p:nvSpPr>
          <p:spPr>
            <a:xfrm>
              <a:off x="11793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14"/>
            <p:cNvSpPr/>
            <p:nvPr/>
          </p:nvSpPr>
          <p:spPr>
            <a:xfrm>
              <a:off x="13359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14"/>
            <p:cNvSpPr/>
            <p:nvPr/>
          </p:nvSpPr>
          <p:spPr>
            <a:xfrm>
              <a:off x="14925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14"/>
            <p:cNvSpPr/>
            <p:nvPr/>
          </p:nvSpPr>
          <p:spPr>
            <a:xfrm>
              <a:off x="1649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14"/>
            <p:cNvSpPr/>
            <p:nvPr/>
          </p:nvSpPr>
          <p:spPr>
            <a:xfrm>
              <a:off x="866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14"/>
            <p:cNvSpPr/>
            <p:nvPr/>
          </p:nvSpPr>
          <p:spPr>
            <a:xfrm>
              <a:off x="10227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14"/>
            <p:cNvSpPr/>
            <p:nvPr/>
          </p:nvSpPr>
          <p:spPr>
            <a:xfrm>
              <a:off x="11793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14"/>
            <p:cNvSpPr/>
            <p:nvPr/>
          </p:nvSpPr>
          <p:spPr>
            <a:xfrm>
              <a:off x="13359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14"/>
            <p:cNvSpPr/>
            <p:nvPr/>
          </p:nvSpPr>
          <p:spPr>
            <a:xfrm>
              <a:off x="14925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14"/>
            <p:cNvSpPr/>
            <p:nvPr/>
          </p:nvSpPr>
          <p:spPr>
            <a:xfrm>
              <a:off x="1649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1" name="Google Shape;731;p14"/>
          <p:cNvGrpSpPr/>
          <p:nvPr/>
        </p:nvGrpSpPr>
        <p:grpSpPr>
          <a:xfrm>
            <a:off x="8535800" y="580000"/>
            <a:ext cx="817800" cy="841338"/>
            <a:chOff x="866125" y="3600675"/>
            <a:chExt cx="817800" cy="841338"/>
          </a:xfrm>
        </p:grpSpPr>
        <p:sp>
          <p:nvSpPr>
            <p:cNvPr id="732" name="Google Shape;732;p14"/>
            <p:cNvSpPr/>
            <p:nvPr/>
          </p:nvSpPr>
          <p:spPr>
            <a:xfrm>
              <a:off x="866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14"/>
            <p:cNvSpPr/>
            <p:nvPr/>
          </p:nvSpPr>
          <p:spPr>
            <a:xfrm>
              <a:off x="10227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14"/>
            <p:cNvSpPr/>
            <p:nvPr/>
          </p:nvSpPr>
          <p:spPr>
            <a:xfrm>
              <a:off x="11793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14"/>
            <p:cNvSpPr/>
            <p:nvPr/>
          </p:nvSpPr>
          <p:spPr>
            <a:xfrm>
              <a:off x="13359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14"/>
            <p:cNvSpPr/>
            <p:nvPr/>
          </p:nvSpPr>
          <p:spPr>
            <a:xfrm>
              <a:off x="14925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14"/>
            <p:cNvSpPr/>
            <p:nvPr/>
          </p:nvSpPr>
          <p:spPr>
            <a:xfrm>
              <a:off x="1649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14"/>
            <p:cNvSpPr/>
            <p:nvPr/>
          </p:nvSpPr>
          <p:spPr>
            <a:xfrm>
              <a:off x="866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14"/>
            <p:cNvSpPr/>
            <p:nvPr/>
          </p:nvSpPr>
          <p:spPr>
            <a:xfrm>
              <a:off x="10227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14"/>
            <p:cNvSpPr/>
            <p:nvPr/>
          </p:nvSpPr>
          <p:spPr>
            <a:xfrm>
              <a:off x="11793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14"/>
            <p:cNvSpPr/>
            <p:nvPr/>
          </p:nvSpPr>
          <p:spPr>
            <a:xfrm>
              <a:off x="13359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14"/>
            <p:cNvSpPr/>
            <p:nvPr/>
          </p:nvSpPr>
          <p:spPr>
            <a:xfrm>
              <a:off x="14925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14"/>
            <p:cNvSpPr/>
            <p:nvPr/>
          </p:nvSpPr>
          <p:spPr>
            <a:xfrm>
              <a:off x="1649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14"/>
            <p:cNvSpPr/>
            <p:nvPr/>
          </p:nvSpPr>
          <p:spPr>
            <a:xfrm>
              <a:off x="866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14"/>
            <p:cNvSpPr/>
            <p:nvPr/>
          </p:nvSpPr>
          <p:spPr>
            <a:xfrm>
              <a:off x="10227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14"/>
            <p:cNvSpPr/>
            <p:nvPr/>
          </p:nvSpPr>
          <p:spPr>
            <a:xfrm>
              <a:off x="11793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14"/>
            <p:cNvSpPr/>
            <p:nvPr/>
          </p:nvSpPr>
          <p:spPr>
            <a:xfrm>
              <a:off x="13359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14"/>
            <p:cNvSpPr/>
            <p:nvPr/>
          </p:nvSpPr>
          <p:spPr>
            <a:xfrm>
              <a:off x="14925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14"/>
            <p:cNvSpPr/>
            <p:nvPr/>
          </p:nvSpPr>
          <p:spPr>
            <a:xfrm>
              <a:off x="1649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14"/>
            <p:cNvSpPr/>
            <p:nvPr/>
          </p:nvSpPr>
          <p:spPr>
            <a:xfrm>
              <a:off x="866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14"/>
            <p:cNvSpPr/>
            <p:nvPr/>
          </p:nvSpPr>
          <p:spPr>
            <a:xfrm>
              <a:off x="10227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14"/>
            <p:cNvSpPr/>
            <p:nvPr/>
          </p:nvSpPr>
          <p:spPr>
            <a:xfrm>
              <a:off x="11793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14"/>
            <p:cNvSpPr/>
            <p:nvPr/>
          </p:nvSpPr>
          <p:spPr>
            <a:xfrm>
              <a:off x="13359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14"/>
            <p:cNvSpPr/>
            <p:nvPr/>
          </p:nvSpPr>
          <p:spPr>
            <a:xfrm>
              <a:off x="14925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14"/>
            <p:cNvSpPr/>
            <p:nvPr/>
          </p:nvSpPr>
          <p:spPr>
            <a:xfrm>
              <a:off x="1649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14"/>
            <p:cNvSpPr/>
            <p:nvPr/>
          </p:nvSpPr>
          <p:spPr>
            <a:xfrm>
              <a:off x="866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14"/>
            <p:cNvSpPr/>
            <p:nvPr/>
          </p:nvSpPr>
          <p:spPr>
            <a:xfrm>
              <a:off x="10227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14"/>
            <p:cNvSpPr/>
            <p:nvPr/>
          </p:nvSpPr>
          <p:spPr>
            <a:xfrm>
              <a:off x="11793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14"/>
            <p:cNvSpPr/>
            <p:nvPr/>
          </p:nvSpPr>
          <p:spPr>
            <a:xfrm>
              <a:off x="13359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14"/>
            <p:cNvSpPr/>
            <p:nvPr/>
          </p:nvSpPr>
          <p:spPr>
            <a:xfrm>
              <a:off x="14925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14"/>
            <p:cNvSpPr/>
            <p:nvPr/>
          </p:nvSpPr>
          <p:spPr>
            <a:xfrm>
              <a:off x="1649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2" name="Google Shape;762;p14"/>
          <p:cNvGrpSpPr/>
          <p:nvPr/>
        </p:nvGrpSpPr>
        <p:grpSpPr>
          <a:xfrm>
            <a:off x="1801300" y="4643975"/>
            <a:ext cx="817800" cy="841338"/>
            <a:chOff x="866125" y="3600675"/>
            <a:chExt cx="817800" cy="841338"/>
          </a:xfrm>
        </p:grpSpPr>
        <p:sp>
          <p:nvSpPr>
            <p:cNvPr id="763" name="Google Shape;763;p14"/>
            <p:cNvSpPr/>
            <p:nvPr/>
          </p:nvSpPr>
          <p:spPr>
            <a:xfrm>
              <a:off x="866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14"/>
            <p:cNvSpPr/>
            <p:nvPr/>
          </p:nvSpPr>
          <p:spPr>
            <a:xfrm>
              <a:off x="10227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14"/>
            <p:cNvSpPr/>
            <p:nvPr/>
          </p:nvSpPr>
          <p:spPr>
            <a:xfrm>
              <a:off x="11793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14"/>
            <p:cNvSpPr/>
            <p:nvPr/>
          </p:nvSpPr>
          <p:spPr>
            <a:xfrm>
              <a:off x="13359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14"/>
            <p:cNvSpPr/>
            <p:nvPr/>
          </p:nvSpPr>
          <p:spPr>
            <a:xfrm>
              <a:off x="14925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14"/>
            <p:cNvSpPr/>
            <p:nvPr/>
          </p:nvSpPr>
          <p:spPr>
            <a:xfrm>
              <a:off x="1649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14"/>
            <p:cNvSpPr/>
            <p:nvPr/>
          </p:nvSpPr>
          <p:spPr>
            <a:xfrm>
              <a:off x="866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14"/>
            <p:cNvSpPr/>
            <p:nvPr/>
          </p:nvSpPr>
          <p:spPr>
            <a:xfrm>
              <a:off x="10227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14"/>
            <p:cNvSpPr/>
            <p:nvPr/>
          </p:nvSpPr>
          <p:spPr>
            <a:xfrm>
              <a:off x="11793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14"/>
            <p:cNvSpPr/>
            <p:nvPr/>
          </p:nvSpPr>
          <p:spPr>
            <a:xfrm>
              <a:off x="13359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14"/>
            <p:cNvSpPr/>
            <p:nvPr/>
          </p:nvSpPr>
          <p:spPr>
            <a:xfrm>
              <a:off x="14925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14"/>
            <p:cNvSpPr/>
            <p:nvPr/>
          </p:nvSpPr>
          <p:spPr>
            <a:xfrm>
              <a:off x="1649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14"/>
            <p:cNvSpPr/>
            <p:nvPr/>
          </p:nvSpPr>
          <p:spPr>
            <a:xfrm>
              <a:off x="866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14"/>
            <p:cNvSpPr/>
            <p:nvPr/>
          </p:nvSpPr>
          <p:spPr>
            <a:xfrm>
              <a:off x="10227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14"/>
            <p:cNvSpPr/>
            <p:nvPr/>
          </p:nvSpPr>
          <p:spPr>
            <a:xfrm>
              <a:off x="11793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14"/>
            <p:cNvSpPr/>
            <p:nvPr/>
          </p:nvSpPr>
          <p:spPr>
            <a:xfrm>
              <a:off x="13359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14"/>
            <p:cNvSpPr/>
            <p:nvPr/>
          </p:nvSpPr>
          <p:spPr>
            <a:xfrm>
              <a:off x="14925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14"/>
            <p:cNvSpPr/>
            <p:nvPr/>
          </p:nvSpPr>
          <p:spPr>
            <a:xfrm>
              <a:off x="1649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14"/>
            <p:cNvSpPr/>
            <p:nvPr/>
          </p:nvSpPr>
          <p:spPr>
            <a:xfrm>
              <a:off x="866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14"/>
            <p:cNvSpPr/>
            <p:nvPr/>
          </p:nvSpPr>
          <p:spPr>
            <a:xfrm>
              <a:off x="10227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14"/>
            <p:cNvSpPr/>
            <p:nvPr/>
          </p:nvSpPr>
          <p:spPr>
            <a:xfrm>
              <a:off x="11793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14"/>
            <p:cNvSpPr/>
            <p:nvPr/>
          </p:nvSpPr>
          <p:spPr>
            <a:xfrm>
              <a:off x="13359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14"/>
            <p:cNvSpPr/>
            <p:nvPr/>
          </p:nvSpPr>
          <p:spPr>
            <a:xfrm>
              <a:off x="14925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14"/>
            <p:cNvSpPr/>
            <p:nvPr/>
          </p:nvSpPr>
          <p:spPr>
            <a:xfrm>
              <a:off x="1649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4"/>
            <p:cNvSpPr/>
            <p:nvPr/>
          </p:nvSpPr>
          <p:spPr>
            <a:xfrm>
              <a:off x="866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14"/>
            <p:cNvSpPr/>
            <p:nvPr/>
          </p:nvSpPr>
          <p:spPr>
            <a:xfrm>
              <a:off x="10227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14"/>
            <p:cNvSpPr/>
            <p:nvPr/>
          </p:nvSpPr>
          <p:spPr>
            <a:xfrm>
              <a:off x="11793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14"/>
            <p:cNvSpPr/>
            <p:nvPr/>
          </p:nvSpPr>
          <p:spPr>
            <a:xfrm>
              <a:off x="13359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14"/>
            <p:cNvSpPr/>
            <p:nvPr/>
          </p:nvSpPr>
          <p:spPr>
            <a:xfrm>
              <a:off x="14925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14"/>
            <p:cNvSpPr/>
            <p:nvPr/>
          </p:nvSpPr>
          <p:spPr>
            <a:xfrm>
              <a:off x="1649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9001" name="RUG logo"/>
          <p:cNvPicPr>
            <a:picLocks noChangeAspect="1"/>
          </p:cNvPicPr>
          <p:nvPr/>
        </p:nvPicPr>
        <p:blipFill>
          <a:blip r:embed="rId3"/>
          <a:stretch>
            <a:fillRect/>
          </a:stretch>
        </p:blipFill>
        <p:spPr>
          <a:xfrm>
            <a:off x="7498080" y="182880"/>
            <a:ext cx="1234440" cy="289865"/>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
    <p:spTree>
      <p:nvGrpSpPr>
        <p:cNvPr id="793" name="Shape 793"/>
        <p:cNvGrpSpPr/>
        <p:nvPr/>
      </p:nvGrpSpPr>
      <p:grpSpPr>
        <a:xfrm>
          <a:off x="0" y="0"/>
          <a:ext cx="0" cy="0"/>
          <a:chOff x="0" y="0"/>
          <a:chExt cx="0" cy="0"/>
        </a:xfrm>
      </p:grpSpPr>
      <p:pic>
        <p:nvPicPr>
          <p:cNvPr id="794" name="Google Shape;794;p15"/>
          <p:cNvPicPr preferRelativeResize="0"/>
          <p:nvPr/>
        </p:nvPicPr>
        <p:blipFill rotWithShape="1">
          <a:blip r:embed="rId2">
            <a:alphaModFix amt="22000"/>
          </a:blip>
          <a:srcRect b="0" l="0" r="0" t="0"/>
          <a:stretch/>
        </p:blipFill>
        <p:spPr>
          <a:xfrm>
            <a:off x="25" y="0"/>
            <a:ext cx="9144003" cy="5143501"/>
          </a:xfrm>
          <a:prstGeom prst="rect">
            <a:avLst/>
          </a:prstGeom>
          <a:noFill/>
          <a:ln>
            <a:noFill/>
          </a:ln>
        </p:spPr>
      </p:pic>
      <p:sp>
        <p:nvSpPr>
          <p:cNvPr id="795" name="Google Shape;795;p15"/>
          <p:cNvSpPr txBox="1"/>
          <p:nvPr>
            <p:ph type="title"/>
          </p:nvPr>
        </p:nvSpPr>
        <p:spPr>
          <a:xfrm>
            <a:off x="856050" y="457200"/>
            <a:ext cx="7431000" cy="571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600"/>
              <a:buNone/>
              <a:defRPr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796" name="Google Shape;796;p15"/>
          <p:cNvSpPr/>
          <p:nvPr/>
        </p:nvSpPr>
        <p:spPr>
          <a:xfrm>
            <a:off x="190500" y="190500"/>
            <a:ext cx="8759700" cy="4762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15"/>
          <p:cNvSpPr txBox="1"/>
          <p:nvPr>
            <p:ph idx="12" type="sldNum"/>
          </p:nvPr>
        </p:nvSpPr>
        <p:spPr>
          <a:xfrm>
            <a:off x="8250500" y="4608500"/>
            <a:ext cx="695100" cy="279300"/>
          </a:xfrm>
          <a:prstGeom prst="rect">
            <a:avLst/>
          </a:prstGeom>
        </p:spPr>
        <p:txBody>
          <a:bodyPr anchorCtr="0" anchor="ctr" bIns="91425" lIns="91425" spcFirstLastPara="1" rIns="91425" wrap="square" tIns="91425">
            <a:noAutofit/>
          </a:bodyPr>
          <a:lstStyle>
            <a:lvl1pPr lvl="0" rtl="0" algn="ctr">
              <a:buNone/>
              <a:defRPr b="1" sz="1900">
                <a:solidFill>
                  <a:schemeClr val="lt1"/>
                </a:solidFill>
                <a:latin typeface="Bebas Neue"/>
                <a:ea typeface="Bebas Neue"/>
                <a:cs typeface="Bebas Neue"/>
                <a:sym typeface="Bebas Neue"/>
              </a:defRPr>
            </a:lvl1pPr>
            <a:lvl2pPr lvl="1" rtl="0" algn="ctr">
              <a:buNone/>
              <a:defRPr b="1" sz="1900">
                <a:solidFill>
                  <a:schemeClr val="lt1"/>
                </a:solidFill>
                <a:latin typeface="Bebas Neue"/>
                <a:ea typeface="Bebas Neue"/>
                <a:cs typeface="Bebas Neue"/>
                <a:sym typeface="Bebas Neue"/>
              </a:defRPr>
            </a:lvl2pPr>
            <a:lvl3pPr lvl="2" rtl="0" algn="ctr">
              <a:buNone/>
              <a:defRPr b="1" sz="1900">
                <a:solidFill>
                  <a:schemeClr val="lt1"/>
                </a:solidFill>
                <a:latin typeface="Bebas Neue"/>
                <a:ea typeface="Bebas Neue"/>
                <a:cs typeface="Bebas Neue"/>
                <a:sym typeface="Bebas Neue"/>
              </a:defRPr>
            </a:lvl3pPr>
            <a:lvl4pPr lvl="3" rtl="0" algn="ctr">
              <a:buNone/>
              <a:defRPr b="1" sz="1900">
                <a:solidFill>
                  <a:schemeClr val="lt1"/>
                </a:solidFill>
                <a:latin typeface="Bebas Neue"/>
                <a:ea typeface="Bebas Neue"/>
                <a:cs typeface="Bebas Neue"/>
                <a:sym typeface="Bebas Neue"/>
              </a:defRPr>
            </a:lvl4pPr>
            <a:lvl5pPr lvl="4" rtl="0" algn="ctr">
              <a:buNone/>
              <a:defRPr b="1" sz="1900">
                <a:solidFill>
                  <a:schemeClr val="lt1"/>
                </a:solidFill>
                <a:latin typeface="Bebas Neue"/>
                <a:ea typeface="Bebas Neue"/>
                <a:cs typeface="Bebas Neue"/>
                <a:sym typeface="Bebas Neue"/>
              </a:defRPr>
            </a:lvl5pPr>
            <a:lvl6pPr lvl="5" rtl="0" algn="ctr">
              <a:buNone/>
              <a:defRPr b="1" sz="1900">
                <a:solidFill>
                  <a:schemeClr val="lt1"/>
                </a:solidFill>
                <a:latin typeface="Bebas Neue"/>
                <a:ea typeface="Bebas Neue"/>
                <a:cs typeface="Bebas Neue"/>
                <a:sym typeface="Bebas Neue"/>
              </a:defRPr>
            </a:lvl6pPr>
            <a:lvl7pPr lvl="6" rtl="0" algn="ctr">
              <a:buNone/>
              <a:defRPr b="1" sz="1900">
                <a:solidFill>
                  <a:schemeClr val="lt1"/>
                </a:solidFill>
                <a:latin typeface="Bebas Neue"/>
                <a:ea typeface="Bebas Neue"/>
                <a:cs typeface="Bebas Neue"/>
                <a:sym typeface="Bebas Neue"/>
              </a:defRPr>
            </a:lvl7pPr>
            <a:lvl8pPr lvl="7" rtl="0" algn="ctr">
              <a:buNone/>
              <a:defRPr b="1" sz="1900">
                <a:solidFill>
                  <a:schemeClr val="lt1"/>
                </a:solidFill>
                <a:latin typeface="Bebas Neue"/>
                <a:ea typeface="Bebas Neue"/>
                <a:cs typeface="Bebas Neue"/>
                <a:sym typeface="Bebas Neue"/>
              </a:defRPr>
            </a:lvl8pPr>
            <a:lvl9pPr lvl="8" rtl="0" algn="ctr">
              <a:buNone/>
              <a:defRPr b="1" sz="1900">
                <a:solidFill>
                  <a:schemeClr val="lt1"/>
                </a:solidFill>
                <a:latin typeface="Bebas Neue"/>
                <a:ea typeface="Bebas Neue"/>
                <a:cs typeface="Bebas Neue"/>
                <a:sym typeface="Bebas Neue"/>
              </a:defRPr>
            </a:lvl9pPr>
          </a:lstStyle>
          <a:p>
            <a:pPr indent="0" lvl="0" marL="0" rtl="0" algn="ctr">
              <a:spcBef>
                <a:spcPts val="0"/>
              </a:spcBef>
              <a:spcAft>
                <a:spcPts val="0"/>
              </a:spcAft>
              <a:buNone/>
            </a:pPr>
            <a:fld id="{00000000-1234-1234-1234-123412341234}" type="slidenum">
              <a:rPr lang="en"/>
              <a:t>‹#›</a:t>
            </a:fld>
            <a:endParaRPr/>
          </a:p>
        </p:txBody>
      </p:sp>
      <p:grpSp>
        <p:nvGrpSpPr>
          <p:cNvPr id="798" name="Google Shape;798;p15"/>
          <p:cNvGrpSpPr/>
          <p:nvPr/>
        </p:nvGrpSpPr>
        <p:grpSpPr>
          <a:xfrm flipH="1" rot="10800000">
            <a:off x="-237225" y="715350"/>
            <a:ext cx="817800" cy="841338"/>
            <a:chOff x="866125" y="3600675"/>
            <a:chExt cx="817800" cy="841338"/>
          </a:xfrm>
        </p:grpSpPr>
        <p:sp>
          <p:nvSpPr>
            <p:cNvPr id="799" name="Google Shape;799;p15"/>
            <p:cNvSpPr/>
            <p:nvPr/>
          </p:nvSpPr>
          <p:spPr>
            <a:xfrm>
              <a:off x="866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15"/>
            <p:cNvSpPr/>
            <p:nvPr/>
          </p:nvSpPr>
          <p:spPr>
            <a:xfrm>
              <a:off x="10227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15"/>
            <p:cNvSpPr/>
            <p:nvPr/>
          </p:nvSpPr>
          <p:spPr>
            <a:xfrm>
              <a:off x="11793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15"/>
            <p:cNvSpPr/>
            <p:nvPr/>
          </p:nvSpPr>
          <p:spPr>
            <a:xfrm>
              <a:off x="13359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15"/>
            <p:cNvSpPr/>
            <p:nvPr/>
          </p:nvSpPr>
          <p:spPr>
            <a:xfrm>
              <a:off x="14925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15"/>
            <p:cNvSpPr/>
            <p:nvPr/>
          </p:nvSpPr>
          <p:spPr>
            <a:xfrm>
              <a:off x="1649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15"/>
            <p:cNvSpPr/>
            <p:nvPr/>
          </p:nvSpPr>
          <p:spPr>
            <a:xfrm>
              <a:off x="866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15"/>
            <p:cNvSpPr/>
            <p:nvPr/>
          </p:nvSpPr>
          <p:spPr>
            <a:xfrm>
              <a:off x="10227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15"/>
            <p:cNvSpPr/>
            <p:nvPr/>
          </p:nvSpPr>
          <p:spPr>
            <a:xfrm>
              <a:off x="11793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15"/>
            <p:cNvSpPr/>
            <p:nvPr/>
          </p:nvSpPr>
          <p:spPr>
            <a:xfrm>
              <a:off x="13359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15"/>
            <p:cNvSpPr/>
            <p:nvPr/>
          </p:nvSpPr>
          <p:spPr>
            <a:xfrm>
              <a:off x="14925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15"/>
            <p:cNvSpPr/>
            <p:nvPr/>
          </p:nvSpPr>
          <p:spPr>
            <a:xfrm>
              <a:off x="1649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15"/>
            <p:cNvSpPr/>
            <p:nvPr/>
          </p:nvSpPr>
          <p:spPr>
            <a:xfrm>
              <a:off x="866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15"/>
            <p:cNvSpPr/>
            <p:nvPr/>
          </p:nvSpPr>
          <p:spPr>
            <a:xfrm>
              <a:off x="10227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15"/>
            <p:cNvSpPr/>
            <p:nvPr/>
          </p:nvSpPr>
          <p:spPr>
            <a:xfrm>
              <a:off x="11793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15"/>
            <p:cNvSpPr/>
            <p:nvPr/>
          </p:nvSpPr>
          <p:spPr>
            <a:xfrm>
              <a:off x="13359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15"/>
            <p:cNvSpPr/>
            <p:nvPr/>
          </p:nvSpPr>
          <p:spPr>
            <a:xfrm>
              <a:off x="14925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15"/>
            <p:cNvSpPr/>
            <p:nvPr/>
          </p:nvSpPr>
          <p:spPr>
            <a:xfrm>
              <a:off x="1649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15"/>
            <p:cNvSpPr/>
            <p:nvPr/>
          </p:nvSpPr>
          <p:spPr>
            <a:xfrm>
              <a:off x="866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15"/>
            <p:cNvSpPr/>
            <p:nvPr/>
          </p:nvSpPr>
          <p:spPr>
            <a:xfrm>
              <a:off x="10227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15"/>
            <p:cNvSpPr/>
            <p:nvPr/>
          </p:nvSpPr>
          <p:spPr>
            <a:xfrm>
              <a:off x="11793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15"/>
            <p:cNvSpPr/>
            <p:nvPr/>
          </p:nvSpPr>
          <p:spPr>
            <a:xfrm>
              <a:off x="13359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15"/>
            <p:cNvSpPr/>
            <p:nvPr/>
          </p:nvSpPr>
          <p:spPr>
            <a:xfrm>
              <a:off x="14925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15"/>
            <p:cNvSpPr/>
            <p:nvPr/>
          </p:nvSpPr>
          <p:spPr>
            <a:xfrm>
              <a:off x="1649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15"/>
            <p:cNvSpPr/>
            <p:nvPr/>
          </p:nvSpPr>
          <p:spPr>
            <a:xfrm>
              <a:off x="866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15"/>
            <p:cNvSpPr/>
            <p:nvPr/>
          </p:nvSpPr>
          <p:spPr>
            <a:xfrm>
              <a:off x="10227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15"/>
            <p:cNvSpPr/>
            <p:nvPr/>
          </p:nvSpPr>
          <p:spPr>
            <a:xfrm>
              <a:off x="11793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15"/>
            <p:cNvSpPr/>
            <p:nvPr/>
          </p:nvSpPr>
          <p:spPr>
            <a:xfrm>
              <a:off x="13359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15"/>
            <p:cNvSpPr/>
            <p:nvPr/>
          </p:nvSpPr>
          <p:spPr>
            <a:xfrm>
              <a:off x="14925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15"/>
            <p:cNvSpPr/>
            <p:nvPr/>
          </p:nvSpPr>
          <p:spPr>
            <a:xfrm>
              <a:off x="1649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9" name="Google Shape;829;p15"/>
          <p:cNvGrpSpPr/>
          <p:nvPr/>
        </p:nvGrpSpPr>
        <p:grpSpPr>
          <a:xfrm flipH="1" rot="10800000">
            <a:off x="7576550" y="4661825"/>
            <a:ext cx="817800" cy="841338"/>
            <a:chOff x="866125" y="3600675"/>
            <a:chExt cx="817800" cy="841338"/>
          </a:xfrm>
        </p:grpSpPr>
        <p:sp>
          <p:nvSpPr>
            <p:cNvPr id="830" name="Google Shape;830;p15"/>
            <p:cNvSpPr/>
            <p:nvPr/>
          </p:nvSpPr>
          <p:spPr>
            <a:xfrm>
              <a:off x="866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15"/>
            <p:cNvSpPr/>
            <p:nvPr/>
          </p:nvSpPr>
          <p:spPr>
            <a:xfrm>
              <a:off x="10227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15"/>
            <p:cNvSpPr/>
            <p:nvPr/>
          </p:nvSpPr>
          <p:spPr>
            <a:xfrm>
              <a:off x="11793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15"/>
            <p:cNvSpPr/>
            <p:nvPr/>
          </p:nvSpPr>
          <p:spPr>
            <a:xfrm>
              <a:off x="13359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15"/>
            <p:cNvSpPr/>
            <p:nvPr/>
          </p:nvSpPr>
          <p:spPr>
            <a:xfrm>
              <a:off x="14925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15"/>
            <p:cNvSpPr/>
            <p:nvPr/>
          </p:nvSpPr>
          <p:spPr>
            <a:xfrm>
              <a:off x="1649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15"/>
            <p:cNvSpPr/>
            <p:nvPr/>
          </p:nvSpPr>
          <p:spPr>
            <a:xfrm>
              <a:off x="866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15"/>
            <p:cNvSpPr/>
            <p:nvPr/>
          </p:nvSpPr>
          <p:spPr>
            <a:xfrm>
              <a:off x="10227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15"/>
            <p:cNvSpPr/>
            <p:nvPr/>
          </p:nvSpPr>
          <p:spPr>
            <a:xfrm>
              <a:off x="11793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15"/>
            <p:cNvSpPr/>
            <p:nvPr/>
          </p:nvSpPr>
          <p:spPr>
            <a:xfrm>
              <a:off x="13359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15"/>
            <p:cNvSpPr/>
            <p:nvPr/>
          </p:nvSpPr>
          <p:spPr>
            <a:xfrm>
              <a:off x="14925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15"/>
            <p:cNvSpPr/>
            <p:nvPr/>
          </p:nvSpPr>
          <p:spPr>
            <a:xfrm>
              <a:off x="1649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15"/>
            <p:cNvSpPr/>
            <p:nvPr/>
          </p:nvSpPr>
          <p:spPr>
            <a:xfrm>
              <a:off x="866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15"/>
            <p:cNvSpPr/>
            <p:nvPr/>
          </p:nvSpPr>
          <p:spPr>
            <a:xfrm>
              <a:off x="10227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15"/>
            <p:cNvSpPr/>
            <p:nvPr/>
          </p:nvSpPr>
          <p:spPr>
            <a:xfrm>
              <a:off x="11793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15"/>
            <p:cNvSpPr/>
            <p:nvPr/>
          </p:nvSpPr>
          <p:spPr>
            <a:xfrm>
              <a:off x="13359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15"/>
            <p:cNvSpPr/>
            <p:nvPr/>
          </p:nvSpPr>
          <p:spPr>
            <a:xfrm>
              <a:off x="14925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15"/>
            <p:cNvSpPr/>
            <p:nvPr/>
          </p:nvSpPr>
          <p:spPr>
            <a:xfrm>
              <a:off x="1649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15"/>
            <p:cNvSpPr/>
            <p:nvPr/>
          </p:nvSpPr>
          <p:spPr>
            <a:xfrm>
              <a:off x="866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15"/>
            <p:cNvSpPr/>
            <p:nvPr/>
          </p:nvSpPr>
          <p:spPr>
            <a:xfrm>
              <a:off x="10227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15"/>
            <p:cNvSpPr/>
            <p:nvPr/>
          </p:nvSpPr>
          <p:spPr>
            <a:xfrm>
              <a:off x="11793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15"/>
            <p:cNvSpPr/>
            <p:nvPr/>
          </p:nvSpPr>
          <p:spPr>
            <a:xfrm>
              <a:off x="13359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15"/>
            <p:cNvSpPr/>
            <p:nvPr/>
          </p:nvSpPr>
          <p:spPr>
            <a:xfrm>
              <a:off x="14925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15"/>
            <p:cNvSpPr/>
            <p:nvPr/>
          </p:nvSpPr>
          <p:spPr>
            <a:xfrm>
              <a:off x="1649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15"/>
            <p:cNvSpPr/>
            <p:nvPr/>
          </p:nvSpPr>
          <p:spPr>
            <a:xfrm>
              <a:off x="866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15"/>
            <p:cNvSpPr/>
            <p:nvPr/>
          </p:nvSpPr>
          <p:spPr>
            <a:xfrm>
              <a:off x="10227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15"/>
            <p:cNvSpPr/>
            <p:nvPr/>
          </p:nvSpPr>
          <p:spPr>
            <a:xfrm>
              <a:off x="11793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15"/>
            <p:cNvSpPr/>
            <p:nvPr/>
          </p:nvSpPr>
          <p:spPr>
            <a:xfrm>
              <a:off x="13359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15"/>
            <p:cNvSpPr/>
            <p:nvPr/>
          </p:nvSpPr>
          <p:spPr>
            <a:xfrm>
              <a:off x="14925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15"/>
            <p:cNvSpPr/>
            <p:nvPr/>
          </p:nvSpPr>
          <p:spPr>
            <a:xfrm>
              <a:off x="1649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60" name="Google Shape;860;p15"/>
          <p:cNvSpPr/>
          <p:nvPr/>
        </p:nvSpPr>
        <p:spPr>
          <a:xfrm rot="5400000">
            <a:off x="8492975" y="988025"/>
            <a:ext cx="1173000" cy="111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001" name="RUG logo"/>
          <p:cNvPicPr>
            <a:picLocks noChangeAspect="1"/>
          </p:cNvPicPr>
          <p:nvPr/>
        </p:nvPicPr>
        <p:blipFill>
          <a:blip r:embed="rId3"/>
          <a:stretch>
            <a:fillRect/>
          </a:stretch>
        </p:blipFill>
        <p:spPr>
          <a:xfrm>
            <a:off x="7498080" y="182880"/>
            <a:ext cx="1234440" cy="289865"/>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_1">
    <p:spTree>
      <p:nvGrpSpPr>
        <p:cNvPr id="861" name="Shape 861"/>
        <p:cNvGrpSpPr/>
        <p:nvPr/>
      </p:nvGrpSpPr>
      <p:grpSpPr>
        <a:xfrm>
          <a:off x="0" y="0"/>
          <a:ext cx="0" cy="0"/>
          <a:chOff x="0" y="0"/>
          <a:chExt cx="0" cy="0"/>
        </a:xfrm>
      </p:grpSpPr>
      <p:pic>
        <p:nvPicPr>
          <p:cNvPr id="862" name="Google Shape;862;p16"/>
          <p:cNvPicPr preferRelativeResize="0"/>
          <p:nvPr/>
        </p:nvPicPr>
        <p:blipFill rotWithShape="1">
          <a:blip r:embed="rId2">
            <a:alphaModFix amt="22000"/>
          </a:blip>
          <a:srcRect b="0" l="0" r="0" t="0"/>
          <a:stretch/>
        </p:blipFill>
        <p:spPr>
          <a:xfrm>
            <a:off x="25" y="0"/>
            <a:ext cx="9144003" cy="5143501"/>
          </a:xfrm>
          <a:prstGeom prst="rect">
            <a:avLst/>
          </a:prstGeom>
          <a:noFill/>
          <a:ln>
            <a:noFill/>
          </a:ln>
        </p:spPr>
      </p:pic>
      <p:sp>
        <p:nvSpPr>
          <p:cNvPr id="863" name="Google Shape;863;p16"/>
          <p:cNvSpPr txBox="1"/>
          <p:nvPr>
            <p:ph type="title"/>
          </p:nvPr>
        </p:nvSpPr>
        <p:spPr>
          <a:xfrm>
            <a:off x="949825" y="1865850"/>
            <a:ext cx="3598500" cy="573600"/>
          </a:xfrm>
          <a:prstGeom prst="rect">
            <a:avLst/>
          </a:prstGeom>
        </p:spPr>
        <p:txBody>
          <a:bodyPr anchorCtr="0" anchor="t" bIns="91425" lIns="91425" spcFirstLastPara="1" rIns="91425" wrap="square" tIns="91425">
            <a:noAutofit/>
          </a:bodyPr>
          <a:lstStyle>
            <a:lvl1pPr lvl="0" rtl="0">
              <a:spcBef>
                <a:spcPts val="0"/>
              </a:spcBef>
              <a:spcAft>
                <a:spcPts val="0"/>
              </a:spcAft>
              <a:buSzPts val="2700"/>
              <a:buNone/>
              <a:defRPr b="0" sz="32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864" name="Google Shape;864;p16"/>
          <p:cNvSpPr txBox="1"/>
          <p:nvPr>
            <p:ph idx="1" type="subTitle"/>
          </p:nvPr>
        </p:nvSpPr>
        <p:spPr>
          <a:xfrm>
            <a:off x="942475" y="2439449"/>
            <a:ext cx="3598500" cy="838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65" name="Google Shape;865;p16"/>
          <p:cNvSpPr/>
          <p:nvPr/>
        </p:nvSpPr>
        <p:spPr>
          <a:xfrm>
            <a:off x="190500" y="190500"/>
            <a:ext cx="8759700" cy="4762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16"/>
          <p:cNvSpPr txBox="1"/>
          <p:nvPr>
            <p:ph idx="12" type="sldNum"/>
          </p:nvPr>
        </p:nvSpPr>
        <p:spPr>
          <a:xfrm>
            <a:off x="8250500" y="4608500"/>
            <a:ext cx="695100" cy="279300"/>
          </a:xfrm>
          <a:prstGeom prst="rect">
            <a:avLst/>
          </a:prstGeom>
        </p:spPr>
        <p:txBody>
          <a:bodyPr anchorCtr="0" anchor="ctr" bIns="91425" lIns="91425" spcFirstLastPara="1" rIns="91425" wrap="square" tIns="91425">
            <a:noAutofit/>
          </a:bodyPr>
          <a:lstStyle>
            <a:lvl1pPr lvl="0" rtl="0" algn="ctr">
              <a:buNone/>
              <a:defRPr b="1" sz="1900">
                <a:solidFill>
                  <a:schemeClr val="lt1"/>
                </a:solidFill>
                <a:latin typeface="Bebas Neue"/>
                <a:ea typeface="Bebas Neue"/>
                <a:cs typeface="Bebas Neue"/>
                <a:sym typeface="Bebas Neue"/>
              </a:defRPr>
            </a:lvl1pPr>
            <a:lvl2pPr lvl="1" rtl="0" algn="ctr">
              <a:buNone/>
              <a:defRPr b="1" sz="1900">
                <a:solidFill>
                  <a:schemeClr val="lt1"/>
                </a:solidFill>
                <a:latin typeface="Bebas Neue"/>
                <a:ea typeface="Bebas Neue"/>
                <a:cs typeface="Bebas Neue"/>
                <a:sym typeface="Bebas Neue"/>
              </a:defRPr>
            </a:lvl2pPr>
            <a:lvl3pPr lvl="2" rtl="0" algn="ctr">
              <a:buNone/>
              <a:defRPr b="1" sz="1900">
                <a:solidFill>
                  <a:schemeClr val="lt1"/>
                </a:solidFill>
                <a:latin typeface="Bebas Neue"/>
                <a:ea typeface="Bebas Neue"/>
                <a:cs typeface="Bebas Neue"/>
                <a:sym typeface="Bebas Neue"/>
              </a:defRPr>
            </a:lvl3pPr>
            <a:lvl4pPr lvl="3" rtl="0" algn="ctr">
              <a:buNone/>
              <a:defRPr b="1" sz="1900">
                <a:solidFill>
                  <a:schemeClr val="lt1"/>
                </a:solidFill>
                <a:latin typeface="Bebas Neue"/>
                <a:ea typeface="Bebas Neue"/>
                <a:cs typeface="Bebas Neue"/>
                <a:sym typeface="Bebas Neue"/>
              </a:defRPr>
            </a:lvl4pPr>
            <a:lvl5pPr lvl="4" rtl="0" algn="ctr">
              <a:buNone/>
              <a:defRPr b="1" sz="1900">
                <a:solidFill>
                  <a:schemeClr val="lt1"/>
                </a:solidFill>
                <a:latin typeface="Bebas Neue"/>
                <a:ea typeface="Bebas Neue"/>
                <a:cs typeface="Bebas Neue"/>
                <a:sym typeface="Bebas Neue"/>
              </a:defRPr>
            </a:lvl5pPr>
            <a:lvl6pPr lvl="5" rtl="0" algn="ctr">
              <a:buNone/>
              <a:defRPr b="1" sz="1900">
                <a:solidFill>
                  <a:schemeClr val="lt1"/>
                </a:solidFill>
                <a:latin typeface="Bebas Neue"/>
                <a:ea typeface="Bebas Neue"/>
                <a:cs typeface="Bebas Neue"/>
                <a:sym typeface="Bebas Neue"/>
              </a:defRPr>
            </a:lvl6pPr>
            <a:lvl7pPr lvl="6" rtl="0" algn="ctr">
              <a:buNone/>
              <a:defRPr b="1" sz="1900">
                <a:solidFill>
                  <a:schemeClr val="lt1"/>
                </a:solidFill>
                <a:latin typeface="Bebas Neue"/>
                <a:ea typeface="Bebas Neue"/>
                <a:cs typeface="Bebas Neue"/>
                <a:sym typeface="Bebas Neue"/>
              </a:defRPr>
            </a:lvl7pPr>
            <a:lvl8pPr lvl="7" rtl="0" algn="ctr">
              <a:buNone/>
              <a:defRPr b="1" sz="1900">
                <a:solidFill>
                  <a:schemeClr val="lt1"/>
                </a:solidFill>
                <a:latin typeface="Bebas Neue"/>
                <a:ea typeface="Bebas Neue"/>
                <a:cs typeface="Bebas Neue"/>
                <a:sym typeface="Bebas Neue"/>
              </a:defRPr>
            </a:lvl8pPr>
            <a:lvl9pPr lvl="8" rtl="0" algn="ctr">
              <a:buNone/>
              <a:defRPr b="1" sz="1900">
                <a:solidFill>
                  <a:schemeClr val="lt1"/>
                </a:solidFill>
                <a:latin typeface="Bebas Neue"/>
                <a:ea typeface="Bebas Neue"/>
                <a:cs typeface="Bebas Neue"/>
                <a:sym typeface="Bebas Neue"/>
              </a:defRPr>
            </a:lvl9pPr>
          </a:lstStyle>
          <a:p>
            <a:pPr indent="0" lvl="0" marL="0" rtl="0" algn="ctr">
              <a:spcBef>
                <a:spcPts val="0"/>
              </a:spcBef>
              <a:spcAft>
                <a:spcPts val="0"/>
              </a:spcAft>
              <a:buNone/>
            </a:pPr>
            <a:fld id="{00000000-1234-1234-1234-123412341234}" type="slidenum">
              <a:rPr lang="en"/>
              <a:t>‹#›</a:t>
            </a:fld>
            <a:endParaRPr/>
          </a:p>
        </p:txBody>
      </p:sp>
      <p:sp>
        <p:nvSpPr>
          <p:cNvPr id="867" name="Google Shape;867;p16"/>
          <p:cNvSpPr/>
          <p:nvPr/>
        </p:nvSpPr>
        <p:spPr>
          <a:xfrm rot="5400000">
            <a:off x="990700" y="3791850"/>
            <a:ext cx="1385100" cy="1318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16"/>
          <p:cNvSpPr/>
          <p:nvPr/>
        </p:nvSpPr>
        <p:spPr>
          <a:xfrm>
            <a:off x="3092413" y="-192840"/>
            <a:ext cx="1455900" cy="1455900"/>
          </a:xfrm>
          <a:prstGeom prst="ellipse">
            <a:avLst/>
          </a:prstGeom>
          <a:solidFill>
            <a:srgbClr val="FF0000">
              <a:alpha val="733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16"/>
          <p:cNvSpPr/>
          <p:nvPr/>
        </p:nvSpPr>
        <p:spPr>
          <a:xfrm>
            <a:off x="3092413" y="-192840"/>
            <a:ext cx="1455900" cy="1455900"/>
          </a:xfrm>
          <a:prstGeom prst="ellipse">
            <a:avLst/>
          </a:prstGeom>
          <a:solidFill>
            <a:srgbClr val="FF0000">
              <a:alpha val="627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16"/>
          <p:cNvSpPr/>
          <p:nvPr/>
        </p:nvSpPr>
        <p:spPr>
          <a:xfrm rot="5400000">
            <a:off x="990700" y="3791850"/>
            <a:ext cx="1385100" cy="1318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71" name="Google Shape;871;p16"/>
          <p:cNvGrpSpPr/>
          <p:nvPr/>
        </p:nvGrpSpPr>
        <p:grpSpPr>
          <a:xfrm>
            <a:off x="8221650" y="614800"/>
            <a:ext cx="817800" cy="841338"/>
            <a:chOff x="866125" y="3600675"/>
            <a:chExt cx="817800" cy="841338"/>
          </a:xfrm>
        </p:grpSpPr>
        <p:sp>
          <p:nvSpPr>
            <p:cNvPr id="872" name="Google Shape;872;p16"/>
            <p:cNvSpPr/>
            <p:nvPr/>
          </p:nvSpPr>
          <p:spPr>
            <a:xfrm>
              <a:off x="866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16"/>
            <p:cNvSpPr/>
            <p:nvPr/>
          </p:nvSpPr>
          <p:spPr>
            <a:xfrm>
              <a:off x="10227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16"/>
            <p:cNvSpPr/>
            <p:nvPr/>
          </p:nvSpPr>
          <p:spPr>
            <a:xfrm>
              <a:off x="11793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16"/>
            <p:cNvSpPr/>
            <p:nvPr/>
          </p:nvSpPr>
          <p:spPr>
            <a:xfrm>
              <a:off x="13359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16"/>
            <p:cNvSpPr/>
            <p:nvPr/>
          </p:nvSpPr>
          <p:spPr>
            <a:xfrm>
              <a:off x="14925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16"/>
            <p:cNvSpPr/>
            <p:nvPr/>
          </p:nvSpPr>
          <p:spPr>
            <a:xfrm>
              <a:off x="1649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16"/>
            <p:cNvSpPr/>
            <p:nvPr/>
          </p:nvSpPr>
          <p:spPr>
            <a:xfrm>
              <a:off x="866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16"/>
            <p:cNvSpPr/>
            <p:nvPr/>
          </p:nvSpPr>
          <p:spPr>
            <a:xfrm>
              <a:off x="10227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16"/>
            <p:cNvSpPr/>
            <p:nvPr/>
          </p:nvSpPr>
          <p:spPr>
            <a:xfrm>
              <a:off x="11793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16"/>
            <p:cNvSpPr/>
            <p:nvPr/>
          </p:nvSpPr>
          <p:spPr>
            <a:xfrm>
              <a:off x="13359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16"/>
            <p:cNvSpPr/>
            <p:nvPr/>
          </p:nvSpPr>
          <p:spPr>
            <a:xfrm>
              <a:off x="14925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16"/>
            <p:cNvSpPr/>
            <p:nvPr/>
          </p:nvSpPr>
          <p:spPr>
            <a:xfrm>
              <a:off x="1649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16"/>
            <p:cNvSpPr/>
            <p:nvPr/>
          </p:nvSpPr>
          <p:spPr>
            <a:xfrm>
              <a:off x="866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16"/>
            <p:cNvSpPr/>
            <p:nvPr/>
          </p:nvSpPr>
          <p:spPr>
            <a:xfrm>
              <a:off x="10227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16"/>
            <p:cNvSpPr/>
            <p:nvPr/>
          </p:nvSpPr>
          <p:spPr>
            <a:xfrm>
              <a:off x="11793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16"/>
            <p:cNvSpPr/>
            <p:nvPr/>
          </p:nvSpPr>
          <p:spPr>
            <a:xfrm>
              <a:off x="13359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16"/>
            <p:cNvSpPr/>
            <p:nvPr/>
          </p:nvSpPr>
          <p:spPr>
            <a:xfrm>
              <a:off x="14925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16"/>
            <p:cNvSpPr/>
            <p:nvPr/>
          </p:nvSpPr>
          <p:spPr>
            <a:xfrm>
              <a:off x="1649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16"/>
            <p:cNvSpPr/>
            <p:nvPr/>
          </p:nvSpPr>
          <p:spPr>
            <a:xfrm>
              <a:off x="866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16"/>
            <p:cNvSpPr/>
            <p:nvPr/>
          </p:nvSpPr>
          <p:spPr>
            <a:xfrm>
              <a:off x="10227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16"/>
            <p:cNvSpPr/>
            <p:nvPr/>
          </p:nvSpPr>
          <p:spPr>
            <a:xfrm>
              <a:off x="11793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16"/>
            <p:cNvSpPr/>
            <p:nvPr/>
          </p:nvSpPr>
          <p:spPr>
            <a:xfrm>
              <a:off x="13359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16"/>
            <p:cNvSpPr/>
            <p:nvPr/>
          </p:nvSpPr>
          <p:spPr>
            <a:xfrm>
              <a:off x="14925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16"/>
            <p:cNvSpPr/>
            <p:nvPr/>
          </p:nvSpPr>
          <p:spPr>
            <a:xfrm>
              <a:off x="1649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16"/>
            <p:cNvSpPr/>
            <p:nvPr/>
          </p:nvSpPr>
          <p:spPr>
            <a:xfrm>
              <a:off x="866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16"/>
            <p:cNvSpPr/>
            <p:nvPr/>
          </p:nvSpPr>
          <p:spPr>
            <a:xfrm>
              <a:off x="10227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16"/>
            <p:cNvSpPr/>
            <p:nvPr/>
          </p:nvSpPr>
          <p:spPr>
            <a:xfrm>
              <a:off x="11793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16"/>
            <p:cNvSpPr/>
            <p:nvPr/>
          </p:nvSpPr>
          <p:spPr>
            <a:xfrm>
              <a:off x="13359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16"/>
            <p:cNvSpPr/>
            <p:nvPr/>
          </p:nvSpPr>
          <p:spPr>
            <a:xfrm>
              <a:off x="14925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16"/>
            <p:cNvSpPr/>
            <p:nvPr/>
          </p:nvSpPr>
          <p:spPr>
            <a:xfrm>
              <a:off x="1649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2" name="Google Shape;902;p16"/>
          <p:cNvGrpSpPr/>
          <p:nvPr/>
        </p:nvGrpSpPr>
        <p:grpSpPr>
          <a:xfrm>
            <a:off x="7281700" y="614800"/>
            <a:ext cx="817800" cy="841338"/>
            <a:chOff x="866125" y="3600675"/>
            <a:chExt cx="817800" cy="841338"/>
          </a:xfrm>
        </p:grpSpPr>
        <p:sp>
          <p:nvSpPr>
            <p:cNvPr id="903" name="Google Shape;903;p16"/>
            <p:cNvSpPr/>
            <p:nvPr/>
          </p:nvSpPr>
          <p:spPr>
            <a:xfrm>
              <a:off x="866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16"/>
            <p:cNvSpPr/>
            <p:nvPr/>
          </p:nvSpPr>
          <p:spPr>
            <a:xfrm>
              <a:off x="10227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16"/>
            <p:cNvSpPr/>
            <p:nvPr/>
          </p:nvSpPr>
          <p:spPr>
            <a:xfrm>
              <a:off x="11793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16"/>
            <p:cNvSpPr/>
            <p:nvPr/>
          </p:nvSpPr>
          <p:spPr>
            <a:xfrm>
              <a:off x="13359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16"/>
            <p:cNvSpPr/>
            <p:nvPr/>
          </p:nvSpPr>
          <p:spPr>
            <a:xfrm>
              <a:off x="14925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16"/>
            <p:cNvSpPr/>
            <p:nvPr/>
          </p:nvSpPr>
          <p:spPr>
            <a:xfrm>
              <a:off x="1649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16"/>
            <p:cNvSpPr/>
            <p:nvPr/>
          </p:nvSpPr>
          <p:spPr>
            <a:xfrm>
              <a:off x="866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16"/>
            <p:cNvSpPr/>
            <p:nvPr/>
          </p:nvSpPr>
          <p:spPr>
            <a:xfrm>
              <a:off x="10227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16"/>
            <p:cNvSpPr/>
            <p:nvPr/>
          </p:nvSpPr>
          <p:spPr>
            <a:xfrm>
              <a:off x="11793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16"/>
            <p:cNvSpPr/>
            <p:nvPr/>
          </p:nvSpPr>
          <p:spPr>
            <a:xfrm>
              <a:off x="13359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16"/>
            <p:cNvSpPr/>
            <p:nvPr/>
          </p:nvSpPr>
          <p:spPr>
            <a:xfrm>
              <a:off x="14925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16"/>
            <p:cNvSpPr/>
            <p:nvPr/>
          </p:nvSpPr>
          <p:spPr>
            <a:xfrm>
              <a:off x="1649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16"/>
            <p:cNvSpPr/>
            <p:nvPr/>
          </p:nvSpPr>
          <p:spPr>
            <a:xfrm>
              <a:off x="866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16"/>
            <p:cNvSpPr/>
            <p:nvPr/>
          </p:nvSpPr>
          <p:spPr>
            <a:xfrm>
              <a:off x="10227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16"/>
            <p:cNvSpPr/>
            <p:nvPr/>
          </p:nvSpPr>
          <p:spPr>
            <a:xfrm>
              <a:off x="11793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16"/>
            <p:cNvSpPr/>
            <p:nvPr/>
          </p:nvSpPr>
          <p:spPr>
            <a:xfrm>
              <a:off x="13359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16"/>
            <p:cNvSpPr/>
            <p:nvPr/>
          </p:nvSpPr>
          <p:spPr>
            <a:xfrm>
              <a:off x="14925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16"/>
            <p:cNvSpPr/>
            <p:nvPr/>
          </p:nvSpPr>
          <p:spPr>
            <a:xfrm>
              <a:off x="1649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16"/>
            <p:cNvSpPr/>
            <p:nvPr/>
          </p:nvSpPr>
          <p:spPr>
            <a:xfrm>
              <a:off x="866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16"/>
            <p:cNvSpPr/>
            <p:nvPr/>
          </p:nvSpPr>
          <p:spPr>
            <a:xfrm>
              <a:off x="10227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16"/>
            <p:cNvSpPr/>
            <p:nvPr/>
          </p:nvSpPr>
          <p:spPr>
            <a:xfrm>
              <a:off x="11793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16"/>
            <p:cNvSpPr/>
            <p:nvPr/>
          </p:nvSpPr>
          <p:spPr>
            <a:xfrm>
              <a:off x="13359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16"/>
            <p:cNvSpPr/>
            <p:nvPr/>
          </p:nvSpPr>
          <p:spPr>
            <a:xfrm>
              <a:off x="14925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16"/>
            <p:cNvSpPr/>
            <p:nvPr/>
          </p:nvSpPr>
          <p:spPr>
            <a:xfrm>
              <a:off x="1649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16"/>
            <p:cNvSpPr/>
            <p:nvPr/>
          </p:nvSpPr>
          <p:spPr>
            <a:xfrm>
              <a:off x="866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16"/>
            <p:cNvSpPr/>
            <p:nvPr/>
          </p:nvSpPr>
          <p:spPr>
            <a:xfrm>
              <a:off x="10227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16"/>
            <p:cNvSpPr/>
            <p:nvPr/>
          </p:nvSpPr>
          <p:spPr>
            <a:xfrm>
              <a:off x="11793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16"/>
            <p:cNvSpPr/>
            <p:nvPr/>
          </p:nvSpPr>
          <p:spPr>
            <a:xfrm>
              <a:off x="13359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16"/>
            <p:cNvSpPr/>
            <p:nvPr/>
          </p:nvSpPr>
          <p:spPr>
            <a:xfrm>
              <a:off x="14925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16"/>
            <p:cNvSpPr/>
            <p:nvPr/>
          </p:nvSpPr>
          <p:spPr>
            <a:xfrm>
              <a:off x="1649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3" name="Google Shape;933;p16"/>
          <p:cNvGrpSpPr/>
          <p:nvPr/>
        </p:nvGrpSpPr>
        <p:grpSpPr>
          <a:xfrm>
            <a:off x="8221650" y="1598100"/>
            <a:ext cx="817800" cy="841338"/>
            <a:chOff x="866125" y="3600675"/>
            <a:chExt cx="817800" cy="841338"/>
          </a:xfrm>
        </p:grpSpPr>
        <p:sp>
          <p:nvSpPr>
            <p:cNvPr id="934" name="Google Shape;934;p16"/>
            <p:cNvSpPr/>
            <p:nvPr/>
          </p:nvSpPr>
          <p:spPr>
            <a:xfrm>
              <a:off x="866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16"/>
            <p:cNvSpPr/>
            <p:nvPr/>
          </p:nvSpPr>
          <p:spPr>
            <a:xfrm>
              <a:off x="10227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16"/>
            <p:cNvSpPr/>
            <p:nvPr/>
          </p:nvSpPr>
          <p:spPr>
            <a:xfrm>
              <a:off x="11793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16"/>
            <p:cNvSpPr/>
            <p:nvPr/>
          </p:nvSpPr>
          <p:spPr>
            <a:xfrm>
              <a:off x="13359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16"/>
            <p:cNvSpPr/>
            <p:nvPr/>
          </p:nvSpPr>
          <p:spPr>
            <a:xfrm>
              <a:off x="14925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16"/>
            <p:cNvSpPr/>
            <p:nvPr/>
          </p:nvSpPr>
          <p:spPr>
            <a:xfrm>
              <a:off x="1649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16"/>
            <p:cNvSpPr/>
            <p:nvPr/>
          </p:nvSpPr>
          <p:spPr>
            <a:xfrm>
              <a:off x="866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16"/>
            <p:cNvSpPr/>
            <p:nvPr/>
          </p:nvSpPr>
          <p:spPr>
            <a:xfrm>
              <a:off x="10227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16"/>
            <p:cNvSpPr/>
            <p:nvPr/>
          </p:nvSpPr>
          <p:spPr>
            <a:xfrm>
              <a:off x="11793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16"/>
            <p:cNvSpPr/>
            <p:nvPr/>
          </p:nvSpPr>
          <p:spPr>
            <a:xfrm>
              <a:off x="13359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16"/>
            <p:cNvSpPr/>
            <p:nvPr/>
          </p:nvSpPr>
          <p:spPr>
            <a:xfrm>
              <a:off x="14925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16"/>
            <p:cNvSpPr/>
            <p:nvPr/>
          </p:nvSpPr>
          <p:spPr>
            <a:xfrm>
              <a:off x="1649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16"/>
            <p:cNvSpPr/>
            <p:nvPr/>
          </p:nvSpPr>
          <p:spPr>
            <a:xfrm>
              <a:off x="866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16"/>
            <p:cNvSpPr/>
            <p:nvPr/>
          </p:nvSpPr>
          <p:spPr>
            <a:xfrm>
              <a:off x="10227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16"/>
            <p:cNvSpPr/>
            <p:nvPr/>
          </p:nvSpPr>
          <p:spPr>
            <a:xfrm>
              <a:off x="11793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16"/>
            <p:cNvSpPr/>
            <p:nvPr/>
          </p:nvSpPr>
          <p:spPr>
            <a:xfrm>
              <a:off x="13359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16"/>
            <p:cNvSpPr/>
            <p:nvPr/>
          </p:nvSpPr>
          <p:spPr>
            <a:xfrm>
              <a:off x="14925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16"/>
            <p:cNvSpPr/>
            <p:nvPr/>
          </p:nvSpPr>
          <p:spPr>
            <a:xfrm>
              <a:off x="1649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16"/>
            <p:cNvSpPr/>
            <p:nvPr/>
          </p:nvSpPr>
          <p:spPr>
            <a:xfrm>
              <a:off x="866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16"/>
            <p:cNvSpPr/>
            <p:nvPr/>
          </p:nvSpPr>
          <p:spPr>
            <a:xfrm>
              <a:off x="10227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16"/>
            <p:cNvSpPr/>
            <p:nvPr/>
          </p:nvSpPr>
          <p:spPr>
            <a:xfrm>
              <a:off x="11793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16"/>
            <p:cNvSpPr/>
            <p:nvPr/>
          </p:nvSpPr>
          <p:spPr>
            <a:xfrm>
              <a:off x="13359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16"/>
            <p:cNvSpPr/>
            <p:nvPr/>
          </p:nvSpPr>
          <p:spPr>
            <a:xfrm>
              <a:off x="14925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16"/>
            <p:cNvSpPr/>
            <p:nvPr/>
          </p:nvSpPr>
          <p:spPr>
            <a:xfrm>
              <a:off x="1649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16"/>
            <p:cNvSpPr/>
            <p:nvPr/>
          </p:nvSpPr>
          <p:spPr>
            <a:xfrm>
              <a:off x="866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16"/>
            <p:cNvSpPr/>
            <p:nvPr/>
          </p:nvSpPr>
          <p:spPr>
            <a:xfrm>
              <a:off x="10227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16"/>
            <p:cNvSpPr/>
            <p:nvPr/>
          </p:nvSpPr>
          <p:spPr>
            <a:xfrm>
              <a:off x="11793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16"/>
            <p:cNvSpPr/>
            <p:nvPr/>
          </p:nvSpPr>
          <p:spPr>
            <a:xfrm>
              <a:off x="13359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16"/>
            <p:cNvSpPr/>
            <p:nvPr/>
          </p:nvSpPr>
          <p:spPr>
            <a:xfrm>
              <a:off x="14925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16"/>
            <p:cNvSpPr/>
            <p:nvPr/>
          </p:nvSpPr>
          <p:spPr>
            <a:xfrm>
              <a:off x="1649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4" name="Google Shape;964;p16"/>
          <p:cNvGrpSpPr/>
          <p:nvPr/>
        </p:nvGrpSpPr>
        <p:grpSpPr>
          <a:xfrm>
            <a:off x="7281700" y="1598100"/>
            <a:ext cx="817800" cy="841338"/>
            <a:chOff x="866125" y="3600675"/>
            <a:chExt cx="817800" cy="841338"/>
          </a:xfrm>
        </p:grpSpPr>
        <p:sp>
          <p:nvSpPr>
            <p:cNvPr id="965" name="Google Shape;965;p16"/>
            <p:cNvSpPr/>
            <p:nvPr/>
          </p:nvSpPr>
          <p:spPr>
            <a:xfrm>
              <a:off x="866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16"/>
            <p:cNvSpPr/>
            <p:nvPr/>
          </p:nvSpPr>
          <p:spPr>
            <a:xfrm>
              <a:off x="10227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16"/>
            <p:cNvSpPr/>
            <p:nvPr/>
          </p:nvSpPr>
          <p:spPr>
            <a:xfrm>
              <a:off x="11793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16"/>
            <p:cNvSpPr/>
            <p:nvPr/>
          </p:nvSpPr>
          <p:spPr>
            <a:xfrm>
              <a:off x="13359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16"/>
            <p:cNvSpPr/>
            <p:nvPr/>
          </p:nvSpPr>
          <p:spPr>
            <a:xfrm>
              <a:off x="14925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16"/>
            <p:cNvSpPr/>
            <p:nvPr/>
          </p:nvSpPr>
          <p:spPr>
            <a:xfrm>
              <a:off x="1649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16"/>
            <p:cNvSpPr/>
            <p:nvPr/>
          </p:nvSpPr>
          <p:spPr>
            <a:xfrm>
              <a:off x="866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16"/>
            <p:cNvSpPr/>
            <p:nvPr/>
          </p:nvSpPr>
          <p:spPr>
            <a:xfrm>
              <a:off x="10227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16"/>
            <p:cNvSpPr/>
            <p:nvPr/>
          </p:nvSpPr>
          <p:spPr>
            <a:xfrm>
              <a:off x="11793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16"/>
            <p:cNvSpPr/>
            <p:nvPr/>
          </p:nvSpPr>
          <p:spPr>
            <a:xfrm>
              <a:off x="13359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16"/>
            <p:cNvSpPr/>
            <p:nvPr/>
          </p:nvSpPr>
          <p:spPr>
            <a:xfrm>
              <a:off x="14925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16"/>
            <p:cNvSpPr/>
            <p:nvPr/>
          </p:nvSpPr>
          <p:spPr>
            <a:xfrm>
              <a:off x="1649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16"/>
            <p:cNvSpPr/>
            <p:nvPr/>
          </p:nvSpPr>
          <p:spPr>
            <a:xfrm>
              <a:off x="866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16"/>
            <p:cNvSpPr/>
            <p:nvPr/>
          </p:nvSpPr>
          <p:spPr>
            <a:xfrm>
              <a:off x="10227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16"/>
            <p:cNvSpPr/>
            <p:nvPr/>
          </p:nvSpPr>
          <p:spPr>
            <a:xfrm>
              <a:off x="11793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16"/>
            <p:cNvSpPr/>
            <p:nvPr/>
          </p:nvSpPr>
          <p:spPr>
            <a:xfrm>
              <a:off x="13359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16"/>
            <p:cNvSpPr/>
            <p:nvPr/>
          </p:nvSpPr>
          <p:spPr>
            <a:xfrm>
              <a:off x="14925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16"/>
            <p:cNvSpPr/>
            <p:nvPr/>
          </p:nvSpPr>
          <p:spPr>
            <a:xfrm>
              <a:off x="1649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16"/>
            <p:cNvSpPr/>
            <p:nvPr/>
          </p:nvSpPr>
          <p:spPr>
            <a:xfrm>
              <a:off x="866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16"/>
            <p:cNvSpPr/>
            <p:nvPr/>
          </p:nvSpPr>
          <p:spPr>
            <a:xfrm>
              <a:off x="10227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16"/>
            <p:cNvSpPr/>
            <p:nvPr/>
          </p:nvSpPr>
          <p:spPr>
            <a:xfrm>
              <a:off x="11793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16"/>
            <p:cNvSpPr/>
            <p:nvPr/>
          </p:nvSpPr>
          <p:spPr>
            <a:xfrm>
              <a:off x="13359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16"/>
            <p:cNvSpPr/>
            <p:nvPr/>
          </p:nvSpPr>
          <p:spPr>
            <a:xfrm>
              <a:off x="14925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16"/>
            <p:cNvSpPr/>
            <p:nvPr/>
          </p:nvSpPr>
          <p:spPr>
            <a:xfrm>
              <a:off x="1649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16"/>
            <p:cNvSpPr/>
            <p:nvPr/>
          </p:nvSpPr>
          <p:spPr>
            <a:xfrm>
              <a:off x="866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16"/>
            <p:cNvSpPr/>
            <p:nvPr/>
          </p:nvSpPr>
          <p:spPr>
            <a:xfrm>
              <a:off x="10227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16"/>
            <p:cNvSpPr/>
            <p:nvPr/>
          </p:nvSpPr>
          <p:spPr>
            <a:xfrm>
              <a:off x="11793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16"/>
            <p:cNvSpPr/>
            <p:nvPr/>
          </p:nvSpPr>
          <p:spPr>
            <a:xfrm>
              <a:off x="13359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16"/>
            <p:cNvSpPr/>
            <p:nvPr/>
          </p:nvSpPr>
          <p:spPr>
            <a:xfrm>
              <a:off x="14925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16"/>
            <p:cNvSpPr/>
            <p:nvPr/>
          </p:nvSpPr>
          <p:spPr>
            <a:xfrm>
              <a:off x="1649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9001" name="RUG logo"/>
          <p:cNvPicPr>
            <a:picLocks noChangeAspect="1"/>
          </p:cNvPicPr>
          <p:nvPr/>
        </p:nvPicPr>
        <p:blipFill>
          <a:blip r:embed="rId3"/>
          <a:stretch>
            <a:fillRect/>
          </a:stretch>
        </p:blipFill>
        <p:spPr>
          <a:xfrm>
            <a:off x="7498080" y="182880"/>
            <a:ext cx="1234440" cy="289865"/>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ONE_COLUMN_TEXT_1">
    <p:spTree>
      <p:nvGrpSpPr>
        <p:cNvPr id="995" name="Shape 995"/>
        <p:cNvGrpSpPr/>
        <p:nvPr/>
      </p:nvGrpSpPr>
      <p:grpSpPr>
        <a:xfrm>
          <a:off x="0" y="0"/>
          <a:ext cx="0" cy="0"/>
          <a:chOff x="0" y="0"/>
          <a:chExt cx="0" cy="0"/>
        </a:xfrm>
      </p:grpSpPr>
      <p:pic>
        <p:nvPicPr>
          <p:cNvPr id="996" name="Google Shape;996;p17"/>
          <p:cNvPicPr preferRelativeResize="0"/>
          <p:nvPr/>
        </p:nvPicPr>
        <p:blipFill rotWithShape="1">
          <a:blip r:embed="rId2">
            <a:alphaModFix amt="22000"/>
          </a:blip>
          <a:srcRect b="0" l="0" r="0" t="0"/>
          <a:stretch/>
        </p:blipFill>
        <p:spPr>
          <a:xfrm>
            <a:off x="25" y="0"/>
            <a:ext cx="9144003" cy="5143501"/>
          </a:xfrm>
          <a:prstGeom prst="rect">
            <a:avLst/>
          </a:prstGeom>
          <a:noFill/>
          <a:ln>
            <a:noFill/>
          </a:ln>
        </p:spPr>
      </p:pic>
      <p:sp>
        <p:nvSpPr>
          <p:cNvPr id="997" name="Google Shape;997;p17"/>
          <p:cNvSpPr/>
          <p:nvPr/>
        </p:nvSpPr>
        <p:spPr>
          <a:xfrm>
            <a:off x="190500" y="190500"/>
            <a:ext cx="8759700" cy="4762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98" name="Google Shape;998;p17"/>
          <p:cNvGrpSpPr/>
          <p:nvPr/>
        </p:nvGrpSpPr>
        <p:grpSpPr>
          <a:xfrm>
            <a:off x="-82825" y="653675"/>
            <a:ext cx="817800" cy="841338"/>
            <a:chOff x="866125" y="3600675"/>
            <a:chExt cx="817800" cy="841338"/>
          </a:xfrm>
        </p:grpSpPr>
        <p:sp>
          <p:nvSpPr>
            <p:cNvPr id="999" name="Google Shape;999;p17"/>
            <p:cNvSpPr/>
            <p:nvPr/>
          </p:nvSpPr>
          <p:spPr>
            <a:xfrm>
              <a:off x="866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17"/>
            <p:cNvSpPr/>
            <p:nvPr/>
          </p:nvSpPr>
          <p:spPr>
            <a:xfrm>
              <a:off x="10227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17"/>
            <p:cNvSpPr/>
            <p:nvPr/>
          </p:nvSpPr>
          <p:spPr>
            <a:xfrm>
              <a:off x="11793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17"/>
            <p:cNvSpPr/>
            <p:nvPr/>
          </p:nvSpPr>
          <p:spPr>
            <a:xfrm>
              <a:off x="13359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17"/>
            <p:cNvSpPr/>
            <p:nvPr/>
          </p:nvSpPr>
          <p:spPr>
            <a:xfrm>
              <a:off x="14925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17"/>
            <p:cNvSpPr/>
            <p:nvPr/>
          </p:nvSpPr>
          <p:spPr>
            <a:xfrm>
              <a:off x="1649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17"/>
            <p:cNvSpPr/>
            <p:nvPr/>
          </p:nvSpPr>
          <p:spPr>
            <a:xfrm>
              <a:off x="866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17"/>
            <p:cNvSpPr/>
            <p:nvPr/>
          </p:nvSpPr>
          <p:spPr>
            <a:xfrm>
              <a:off x="10227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17"/>
            <p:cNvSpPr/>
            <p:nvPr/>
          </p:nvSpPr>
          <p:spPr>
            <a:xfrm>
              <a:off x="11793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17"/>
            <p:cNvSpPr/>
            <p:nvPr/>
          </p:nvSpPr>
          <p:spPr>
            <a:xfrm>
              <a:off x="13359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17"/>
            <p:cNvSpPr/>
            <p:nvPr/>
          </p:nvSpPr>
          <p:spPr>
            <a:xfrm>
              <a:off x="14925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17"/>
            <p:cNvSpPr/>
            <p:nvPr/>
          </p:nvSpPr>
          <p:spPr>
            <a:xfrm>
              <a:off x="1649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17"/>
            <p:cNvSpPr/>
            <p:nvPr/>
          </p:nvSpPr>
          <p:spPr>
            <a:xfrm>
              <a:off x="866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17"/>
            <p:cNvSpPr/>
            <p:nvPr/>
          </p:nvSpPr>
          <p:spPr>
            <a:xfrm>
              <a:off x="10227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17"/>
            <p:cNvSpPr/>
            <p:nvPr/>
          </p:nvSpPr>
          <p:spPr>
            <a:xfrm>
              <a:off x="11793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17"/>
            <p:cNvSpPr/>
            <p:nvPr/>
          </p:nvSpPr>
          <p:spPr>
            <a:xfrm>
              <a:off x="13359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17"/>
            <p:cNvSpPr/>
            <p:nvPr/>
          </p:nvSpPr>
          <p:spPr>
            <a:xfrm>
              <a:off x="14925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17"/>
            <p:cNvSpPr/>
            <p:nvPr/>
          </p:nvSpPr>
          <p:spPr>
            <a:xfrm>
              <a:off x="1649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17"/>
            <p:cNvSpPr/>
            <p:nvPr/>
          </p:nvSpPr>
          <p:spPr>
            <a:xfrm>
              <a:off x="866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17"/>
            <p:cNvSpPr/>
            <p:nvPr/>
          </p:nvSpPr>
          <p:spPr>
            <a:xfrm>
              <a:off x="10227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17"/>
            <p:cNvSpPr/>
            <p:nvPr/>
          </p:nvSpPr>
          <p:spPr>
            <a:xfrm>
              <a:off x="11793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17"/>
            <p:cNvSpPr/>
            <p:nvPr/>
          </p:nvSpPr>
          <p:spPr>
            <a:xfrm>
              <a:off x="13359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17"/>
            <p:cNvSpPr/>
            <p:nvPr/>
          </p:nvSpPr>
          <p:spPr>
            <a:xfrm>
              <a:off x="14925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17"/>
            <p:cNvSpPr/>
            <p:nvPr/>
          </p:nvSpPr>
          <p:spPr>
            <a:xfrm>
              <a:off x="1649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17"/>
            <p:cNvSpPr/>
            <p:nvPr/>
          </p:nvSpPr>
          <p:spPr>
            <a:xfrm>
              <a:off x="866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17"/>
            <p:cNvSpPr/>
            <p:nvPr/>
          </p:nvSpPr>
          <p:spPr>
            <a:xfrm>
              <a:off x="10227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17"/>
            <p:cNvSpPr/>
            <p:nvPr/>
          </p:nvSpPr>
          <p:spPr>
            <a:xfrm>
              <a:off x="11793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17"/>
            <p:cNvSpPr/>
            <p:nvPr/>
          </p:nvSpPr>
          <p:spPr>
            <a:xfrm>
              <a:off x="13359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17"/>
            <p:cNvSpPr/>
            <p:nvPr/>
          </p:nvSpPr>
          <p:spPr>
            <a:xfrm>
              <a:off x="14925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17"/>
            <p:cNvSpPr/>
            <p:nvPr/>
          </p:nvSpPr>
          <p:spPr>
            <a:xfrm>
              <a:off x="1649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9" name="Google Shape;1029;p17"/>
          <p:cNvGrpSpPr/>
          <p:nvPr/>
        </p:nvGrpSpPr>
        <p:grpSpPr>
          <a:xfrm>
            <a:off x="8395050" y="3681300"/>
            <a:ext cx="817800" cy="841338"/>
            <a:chOff x="866125" y="3600675"/>
            <a:chExt cx="817800" cy="841338"/>
          </a:xfrm>
        </p:grpSpPr>
        <p:sp>
          <p:nvSpPr>
            <p:cNvPr id="1030" name="Google Shape;1030;p17"/>
            <p:cNvSpPr/>
            <p:nvPr/>
          </p:nvSpPr>
          <p:spPr>
            <a:xfrm>
              <a:off x="866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17"/>
            <p:cNvSpPr/>
            <p:nvPr/>
          </p:nvSpPr>
          <p:spPr>
            <a:xfrm>
              <a:off x="10227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17"/>
            <p:cNvSpPr/>
            <p:nvPr/>
          </p:nvSpPr>
          <p:spPr>
            <a:xfrm>
              <a:off x="11793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17"/>
            <p:cNvSpPr/>
            <p:nvPr/>
          </p:nvSpPr>
          <p:spPr>
            <a:xfrm>
              <a:off x="13359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17"/>
            <p:cNvSpPr/>
            <p:nvPr/>
          </p:nvSpPr>
          <p:spPr>
            <a:xfrm>
              <a:off x="14925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17"/>
            <p:cNvSpPr/>
            <p:nvPr/>
          </p:nvSpPr>
          <p:spPr>
            <a:xfrm>
              <a:off x="1649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17"/>
            <p:cNvSpPr/>
            <p:nvPr/>
          </p:nvSpPr>
          <p:spPr>
            <a:xfrm>
              <a:off x="866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17"/>
            <p:cNvSpPr/>
            <p:nvPr/>
          </p:nvSpPr>
          <p:spPr>
            <a:xfrm>
              <a:off x="10227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17"/>
            <p:cNvSpPr/>
            <p:nvPr/>
          </p:nvSpPr>
          <p:spPr>
            <a:xfrm>
              <a:off x="11793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17"/>
            <p:cNvSpPr/>
            <p:nvPr/>
          </p:nvSpPr>
          <p:spPr>
            <a:xfrm>
              <a:off x="13359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17"/>
            <p:cNvSpPr/>
            <p:nvPr/>
          </p:nvSpPr>
          <p:spPr>
            <a:xfrm>
              <a:off x="14925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17"/>
            <p:cNvSpPr/>
            <p:nvPr/>
          </p:nvSpPr>
          <p:spPr>
            <a:xfrm>
              <a:off x="1649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17"/>
            <p:cNvSpPr/>
            <p:nvPr/>
          </p:nvSpPr>
          <p:spPr>
            <a:xfrm>
              <a:off x="866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17"/>
            <p:cNvSpPr/>
            <p:nvPr/>
          </p:nvSpPr>
          <p:spPr>
            <a:xfrm>
              <a:off x="10227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17"/>
            <p:cNvSpPr/>
            <p:nvPr/>
          </p:nvSpPr>
          <p:spPr>
            <a:xfrm>
              <a:off x="11793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17"/>
            <p:cNvSpPr/>
            <p:nvPr/>
          </p:nvSpPr>
          <p:spPr>
            <a:xfrm>
              <a:off x="13359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17"/>
            <p:cNvSpPr/>
            <p:nvPr/>
          </p:nvSpPr>
          <p:spPr>
            <a:xfrm>
              <a:off x="14925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17"/>
            <p:cNvSpPr/>
            <p:nvPr/>
          </p:nvSpPr>
          <p:spPr>
            <a:xfrm>
              <a:off x="1649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17"/>
            <p:cNvSpPr/>
            <p:nvPr/>
          </p:nvSpPr>
          <p:spPr>
            <a:xfrm>
              <a:off x="866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17"/>
            <p:cNvSpPr/>
            <p:nvPr/>
          </p:nvSpPr>
          <p:spPr>
            <a:xfrm>
              <a:off x="10227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17"/>
            <p:cNvSpPr/>
            <p:nvPr/>
          </p:nvSpPr>
          <p:spPr>
            <a:xfrm>
              <a:off x="11793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17"/>
            <p:cNvSpPr/>
            <p:nvPr/>
          </p:nvSpPr>
          <p:spPr>
            <a:xfrm>
              <a:off x="13359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17"/>
            <p:cNvSpPr/>
            <p:nvPr/>
          </p:nvSpPr>
          <p:spPr>
            <a:xfrm>
              <a:off x="14925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17"/>
            <p:cNvSpPr/>
            <p:nvPr/>
          </p:nvSpPr>
          <p:spPr>
            <a:xfrm>
              <a:off x="1649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17"/>
            <p:cNvSpPr/>
            <p:nvPr/>
          </p:nvSpPr>
          <p:spPr>
            <a:xfrm>
              <a:off x="866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17"/>
            <p:cNvSpPr/>
            <p:nvPr/>
          </p:nvSpPr>
          <p:spPr>
            <a:xfrm>
              <a:off x="10227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17"/>
            <p:cNvSpPr/>
            <p:nvPr/>
          </p:nvSpPr>
          <p:spPr>
            <a:xfrm>
              <a:off x="11793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17"/>
            <p:cNvSpPr/>
            <p:nvPr/>
          </p:nvSpPr>
          <p:spPr>
            <a:xfrm>
              <a:off x="13359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17"/>
            <p:cNvSpPr/>
            <p:nvPr/>
          </p:nvSpPr>
          <p:spPr>
            <a:xfrm>
              <a:off x="14925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17"/>
            <p:cNvSpPr/>
            <p:nvPr/>
          </p:nvSpPr>
          <p:spPr>
            <a:xfrm>
              <a:off x="1649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60" name="Google Shape;1060;p17"/>
          <p:cNvGrpSpPr/>
          <p:nvPr/>
        </p:nvGrpSpPr>
        <p:grpSpPr>
          <a:xfrm>
            <a:off x="7484750" y="3681300"/>
            <a:ext cx="817800" cy="841338"/>
            <a:chOff x="866125" y="3600675"/>
            <a:chExt cx="817800" cy="841338"/>
          </a:xfrm>
        </p:grpSpPr>
        <p:sp>
          <p:nvSpPr>
            <p:cNvPr id="1061" name="Google Shape;1061;p17"/>
            <p:cNvSpPr/>
            <p:nvPr/>
          </p:nvSpPr>
          <p:spPr>
            <a:xfrm>
              <a:off x="866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17"/>
            <p:cNvSpPr/>
            <p:nvPr/>
          </p:nvSpPr>
          <p:spPr>
            <a:xfrm>
              <a:off x="10227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17"/>
            <p:cNvSpPr/>
            <p:nvPr/>
          </p:nvSpPr>
          <p:spPr>
            <a:xfrm>
              <a:off x="11793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17"/>
            <p:cNvSpPr/>
            <p:nvPr/>
          </p:nvSpPr>
          <p:spPr>
            <a:xfrm>
              <a:off x="13359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17"/>
            <p:cNvSpPr/>
            <p:nvPr/>
          </p:nvSpPr>
          <p:spPr>
            <a:xfrm>
              <a:off x="14925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17"/>
            <p:cNvSpPr/>
            <p:nvPr/>
          </p:nvSpPr>
          <p:spPr>
            <a:xfrm>
              <a:off x="1649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17"/>
            <p:cNvSpPr/>
            <p:nvPr/>
          </p:nvSpPr>
          <p:spPr>
            <a:xfrm>
              <a:off x="866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17"/>
            <p:cNvSpPr/>
            <p:nvPr/>
          </p:nvSpPr>
          <p:spPr>
            <a:xfrm>
              <a:off x="10227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17"/>
            <p:cNvSpPr/>
            <p:nvPr/>
          </p:nvSpPr>
          <p:spPr>
            <a:xfrm>
              <a:off x="11793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17"/>
            <p:cNvSpPr/>
            <p:nvPr/>
          </p:nvSpPr>
          <p:spPr>
            <a:xfrm>
              <a:off x="13359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17"/>
            <p:cNvSpPr/>
            <p:nvPr/>
          </p:nvSpPr>
          <p:spPr>
            <a:xfrm>
              <a:off x="14925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17"/>
            <p:cNvSpPr/>
            <p:nvPr/>
          </p:nvSpPr>
          <p:spPr>
            <a:xfrm>
              <a:off x="1649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17"/>
            <p:cNvSpPr/>
            <p:nvPr/>
          </p:nvSpPr>
          <p:spPr>
            <a:xfrm>
              <a:off x="866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17"/>
            <p:cNvSpPr/>
            <p:nvPr/>
          </p:nvSpPr>
          <p:spPr>
            <a:xfrm>
              <a:off x="10227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17"/>
            <p:cNvSpPr/>
            <p:nvPr/>
          </p:nvSpPr>
          <p:spPr>
            <a:xfrm>
              <a:off x="11793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17"/>
            <p:cNvSpPr/>
            <p:nvPr/>
          </p:nvSpPr>
          <p:spPr>
            <a:xfrm>
              <a:off x="13359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17"/>
            <p:cNvSpPr/>
            <p:nvPr/>
          </p:nvSpPr>
          <p:spPr>
            <a:xfrm>
              <a:off x="14925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17"/>
            <p:cNvSpPr/>
            <p:nvPr/>
          </p:nvSpPr>
          <p:spPr>
            <a:xfrm>
              <a:off x="1649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17"/>
            <p:cNvSpPr/>
            <p:nvPr/>
          </p:nvSpPr>
          <p:spPr>
            <a:xfrm>
              <a:off x="866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17"/>
            <p:cNvSpPr/>
            <p:nvPr/>
          </p:nvSpPr>
          <p:spPr>
            <a:xfrm>
              <a:off x="10227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17"/>
            <p:cNvSpPr/>
            <p:nvPr/>
          </p:nvSpPr>
          <p:spPr>
            <a:xfrm>
              <a:off x="11793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17"/>
            <p:cNvSpPr/>
            <p:nvPr/>
          </p:nvSpPr>
          <p:spPr>
            <a:xfrm>
              <a:off x="13359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17"/>
            <p:cNvSpPr/>
            <p:nvPr/>
          </p:nvSpPr>
          <p:spPr>
            <a:xfrm>
              <a:off x="14925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17"/>
            <p:cNvSpPr/>
            <p:nvPr/>
          </p:nvSpPr>
          <p:spPr>
            <a:xfrm>
              <a:off x="1649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17"/>
            <p:cNvSpPr/>
            <p:nvPr/>
          </p:nvSpPr>
          <p:spPr>
            <a:xfrm>
              <a:off x="866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17"/>
            <p:cNvSpPr/>
            <p:nvPr/>
          </p:nvSpPr>
          <p:spPr>
            <a:xfrm>
              <a:off x="10227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17"/>
            <p:cNvSpPr/>
            <p:nvPr/>
          </p:nvSpPr>
          <p:spPr>
            <a:xfrm>
              <a:off x="11793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17"/>
            <p:cNvSpPr/>
            <p:nvPr/>
          </p:nvSpPr>
          <p:spPr>
            <a:xfrm>
              <a:off x="13359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17"/>
            <p:cNvSpPr/>
            <p:nvPr/>
          </p:nvSpPr>
          <p:spPr>
            <a:xfrm>
              <a:off x="14925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17"/>
            <p:cNvSpPr/>
            <p:nvPr/>
          </p:nvSpPr>
          <p:spPr>
            <a:xfrm>
              <a:off x="1649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1" name="Google Shape;1091;p17"/>
          <p:cNvSpPr txBox="1"/>
          <p:nvPr>
            <p:ph idx="12" type="sldNum"/>
          </p:nvPr>
        </p:nvSpPr>
        <p:spPr>
          <a:xfrm>
            <a:off x="8250500" y="4608500"/>
            <a:ext cx="695100" cy="279300"/>
          </a:xfrm>
          <a:prstGeom prst="rect">
            <a:avLst/>
          </a:prstGeom>
        </p:spPr>
        <p:txBody>
          <a:bodyPr anchorCtr="0" anchor="ctr" bIns="91425" lIns="91425" spcFirstLastPara="1" rIns="91425" wrap="square" tIns="91425">
            <a:noAutofit/>
          </a:bodyPr>
          <a:lstStyle>
            <a:lvl1pPr lvl="0" rtl="0" algn="ctr">
              <a:buNone/>
              <a:defRPr b="1" sz="1900">
                <a:solidFill>
                  <a:schemeClr val="lt1"/>
                </a:solidFill>
                <a:latin typeface="Bebas Neue"/>
                <a:ea typeface="Bebas Neue"/>
                <a:cs typeface="Bebas Neue"/>
                <a:sym typeface="Bebas Neue"/>
              </a:defRPr>
            </a:lvl1pPr>
            <a:lvl2pPr lvl="1" rtl="0" algn="ctr">
              <a:buNone/>
              <a:defRPr b="1" sz="1900">
                <a:solidFill>
                  <a:schemeClr val="lt1"/>
                </a:solidFill>
                <a:latin typeface="Bebas Neue"/>
                <a:ea typeface="Bebas Neue"/>
                <a:cs typeface="Bebas Neue"/>
                <a:sym typeface="Bebas Neue"/>
              </a:defRPr>
            </a:lvl2pPr>
            <a:lvl3pPr lvl="2" rtl="0" algn="ctr">
              <a:buNone/>
              <a:defRPr b="1" sz="1900">
                <a:solidFill>
                  <a:schemeClr val="lt1"/>
                </a:solidFill>
                <a:latin typeface="Bebas Neue"/>
                <a:ea typeface="Bebas Neue"/>
                <a:cs typeface="Bebas Neue"/>
                <a:sym typeface="Bebas Neue"/>
              </a:defRPr>
            </a:lvl3pPr>
            <a:lvl4pPr lvl="3" rtl="0" algn="ctr">
              <a:buNone/>
              <a:defRPr b="1" sz="1900">
                <a:solidFill>
                  <a:schemeClr val="lt1"/>
                </a:solidFill>
                <a:latin typeface="Bebas Neue"/>
                <a:ea typeface="Bebas Neue"/>
                <a:cs typeface="Bebas Neue"/>
                <a:sym typeface="Bebas Neue"/>
              </a:defRPr>
            </a:lvl4pPr>
            <a:lvl5pPr lvl="4" rtl="0" algn="ctr">
              <a:buNone/>
              <a:defRPr b="1" sz="1900">
                <a:solidFill>
                  <a:schemeClr val="lt1"/>
                </a:solidFill>
                <a:latin typeface="Bebas Neue"/>
                <a:ea typeface="Bebas Neue"/>
                <a:cs typeface="Bebas Neue"/>
                <a:sym typeface="Bebas Neue"/>
              </a:defRPr>
            </a:lvl5pPr>
            <a:lvl6pPr lvl="5" rtl="0" algn="ctr">
              <a:buNone/>
              <a:defRPr b="1" sz="1900">
                <a:solidFill>
                  <a:schemeClr val="lt1"/>
                </a:solidFill>
                <a:latin typeface="Bebas Neue"/>
                <a:ea typeface="Bebas Neue"/>
                <a:cs typeface="Bebas Neue"/>
                <a:sym typeface="Bebas Neue"/>
              </a:defRPr>
            </a:lvl6pPr>
            <a:lvl7pPr lvl="6" rtl="0" algn="ctr">
              <a:buNone/>
              <a:defRPr b="1" sz="1900">
                <a:solidFill>
                  <a:schemeClr val="lt1"/>
                </a:solidFill>
                <a:latin typeface="Bebas Neue"/>
                <a:ea typeface="Bebas Neue"/>
                <a:cs typeface="Bebas Neue"/>
                <a:sym typeface="Bebas Neue"/>
              </a:defRPr>
            </a:lvl7pPr>
            <a:lvl8pPr lvl="7" rtl="0" algn="ctr">
              <a:buNone/>
              <a:defRPr b="1" sz="1900">
                <a:solidFill>
                  <a:schemeClr val="lt1"/>
                </a:solidFill>
                <a:latin typeface="Bebas Neue"/>
                <a:ea typeface="Bebas Neue"/>
                <a:cs typeface="Bebas Neue"/>
                <a:sym typeface="Bebas Neue"/>
              </a:defRPr>
            </a:lvl8pPr>
            <a:lvl9pPr lvl="8" rtl="0" algn="ctr">
              <a:buNone/>
              <a:defRPr b="1" sz="1900">
                <a:solidFill>
                  <a:schemeClr val="lt1"/>
                </a:solidFill>
                <a:latin typeface="Bebas Neue"/>
                <a:ea typeface="Bebas Neue"/>
                <a:cs typeface="Bebas Neue"/>
                <a:sym typeface="Bebas Neue"/>
              </a:defRPr>
            </a:lvl9pPr>
          </a:lstStyle>
          <a:p>
            <a:pPr indent="0" lvl="0" marL="0" rtl="0" algn="ctr">
              <a:spcBef>
                <a:spcPts val="0"/>
              </a:spcBef>
              <a:spcAft>
                <a:spcPts val="0"/>
              </a:spcAft>
              <a:buNone/>
            </a:pPr>
            <a:fld id="{00000000-1234-1234-1234-123412341234}" type="slidenum">
              <a:rPr lang="en"/>
              <a:t>‹#›</a:t>
            </a:fld>
            <a:endParaRPr/>
          </a:p>
        </p:txBody>
      </p:sp>
      <p:sp>
        <p:nvSpPr>
          <p:cNvPr id="1092" name="Google Shape;1092;p17"/>
          <p:cNvSpPr txBox="1"/>
          <p:nvPr>
            <p:ph idx="1" type="body"/>
          </p:nvPr>
        </p:nvSpPr>
        <p:spPr>
          <a:xfrm>
            <a:off x="740838" y="1550900"/>
            <a:ext cx="4179300" cy="20685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dk1"/>
              </a:buClr>
              <a:buSzPts val="1400"/>
              <a:buFont typeface="Anaheim"/>
              <a:buChar char="●"/>
              <a:defRPr b="0"/>
            </a:lvl1pPr>
            <a:lvl2pPr indent="-317500" lvl="1" marL="914400" rtl="0">
              <a:lnSpc>
                <a:spcPct val="115000"/>
              </a:lnSpc>
              <a:spcBef>
                <a:spcPts val="0"/>
              </a:spcBef>
              <a:spcAft>
                <a:spcPts val="0"/>
              </a:spcAft>
              <a:buClr>
                <a:srgbClr val="595959"/>
              </a:buClr>
              <a:buSzPts val="1400"/>
              <a:buFont typeface="Anaheim"/>
              <a:buChar char="○"/>
              <a:defRPr/>
            </a:lvl2pPr>
            <a:lvl3pPr indent="-317500" lvl="2" marL="1371600" rtl="0">
              <a:lnSpc>
                <a:spcPct val="115000"/>
              </a:lnSpc>
              <a:spcBef>
                <a:spcPts val="0"/>
              </a:spcBef>
              <a:spcAft>
                <a:spcPts val="0"/>
              </a:spcAft>
              <a:buClr>
                <a:srgbClr val="595959"/>
              </a:buClr>
              <a:buSzPts val="1400"/>
              <a:buFont typeface="Anaheim"/>
              <a:buChar char="■"/>
              <a:defRPr/>
            </a:lvl3pPr>
            <a:lvl4pPr indent="-317500" lvl="3" marL="1828800" rtl="0">
              <a:lnSpc>
                <a:spcPct val="115000"/>
              </a:lnSpc>
              <a:spcBef>
                <a:spcPts val="0"/>
              </a:spcBef>
              <a:spcAft>
                <a:spcPts val="0"/>
              </a:spcAft>
              <a:buClr>
                <a:srgbClr val="595959"/>
              </a:buClr>
              <a:buSzPts val="1400"/>
              <a:buFont typeface="Anaheim"/>
              <a:buChar char="●"/>
              <a:defRPr/>
            </a:lvl4pPr>
            <a:lvl5pPr indent="-317500" lvl="4" marL="2286000" rtl="0">
              <a:lnSpc>
                <a:spcPct val="115000"/>
              </a:lnSpc>
              <a:spcBef>
                <a:spcPts val="0"/>
              </a:spcBef>
              <a:spcAft>
                <a:spcPts val="0"/>
              </a:spcAft>
              <a:buClr>
                <a:srgbClr val="595959"/>
              </a:buClr>
              <a:buSzPts val="1400"/>
              <a:buFont typeface="Anaheim"/>
              <a:buChar char="○"/>
              <a:defRPr/>
            </a:lvl5pPr>
            <a:lvl6pPr indent="-317500" lvl="5" marL="2743200" rtl="0">
              <a:lnSpc>
                <a:spcPct val="115000"/>
              </a:lnSpc>
              <a:spcBef>
                <a:spcPts val="0"/>
              </a:spcBef>
              <a:spcAft>
                <a:spcPts val="0"/>
              </a:spcAft>
              <a:buClr>
                <a:srgbClr val="595959"/>
              </a:buClr>
              <a:buSzPts val="1400"/>
              <a:buFont typeface="Anaheim"/>
              <a:buChar char="■"/>
              <a:defRPr/>
            </a:lvl6pPr>
            <a:lvl7pPr indent="-317500" lvl="6" marL="3200400" rtl="0">
              <a:lnSpc>
                <a:spcPct val="115000"/>
              </a:lnSpc>
              <a:spcBef>
                <a:spcPts val="0"/>
              </a:spcBef>
              <a:spcAft>
                <a:spcPts val="0"/>
              </a:spcAft>
              <a:buClr>
                <a:srgbClr val="595959"/>
              </a:buClr>
              <a:buSzPts val="1400"/>
              <a:buFont typeface="Anaheim"/>
              <a:buChar char="●"/>
              <a:defRPr/>
            </a:lvl7pPr>
            <a:lvl8pPr indent="-317500" lvl="7" marL="3657600" rtl="0">
              <a:lnSpc>
                <a:spcPct val="115000"/>
              </a:lnSpc>
              <a:spcBef>
                <a:spcPts val="0"/>
              </a:spcBef>
              <a:spcAft>
                <a:spcPts val="0"/>
              </a:spcAft>
              <a:buClr>
                <a:srgbClr val="595959"/>
              </a:buClr>
              <a:buSzPts val="1400"/>
              <a:buFont typeface="Anaheim"/>
              <a:buChar char="○"/>
              <a:defRPr/>
            </a:lvl8pPr>
            <a:lvl9pPr indent="-317500" lvl="8" marL="4114800" rtl="0">
              <a:lnSpc>
                <a:spcPct val="115000"/>
              </a:lnSpc>
              <a:spcBef>
                <a:spcPts val="0"/>
              </a:spcBef>
              <a:spcAft>
                <a:spcPts val="0"/>
              </a:spcAft>
              <a:buClr>
                <a:srgbClr val="595959"/>
              </a:buClr>
              <a:buSzPts val="1400"/>
              <a:buFont typeface="Anaheim"/>
              <a:buChar char="■"/>
              <a:defRPr/>
            </a:lvl9pPr>
          </a:lstStyle>
          <a:p/>
        </p:txBody>
      </p:sp>
      <p:sp>
        <p:nvSpPr>
          <p:cNvPr id="1093" name="Google Shape;1093;p17"/>
          <p:cNvSpPr txBox="1"/>
          <p:nvPr>
            <p:ph type="title"/>
          </p:nvPr>
        </p:nvSpPr>
        <p:spPr>
          <a:xfrm>
            <a:off x="740838" y="457200"/>
            <a:ext cx="4179300" cy="5274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b="0" sz="32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094" name="Google Shape;1094;p17"/>
          <p:cNvSpPr/>
          <p:nvPr>
            <p:ph idx="2" type="pic"/>
          </p:nvPr>
        </p:nvSpPr>
        <p:spPr>
          <a:xfrm>
            <a:off x="5329850" y="653675"/>
            <a:ext cx="3079200" cy="3750900"/>
          </a:xfrm>
          <a:prstGeom prst="rect">
            <a:avLst/>
          </a:prstGeom>
          <a:noFill/>
          <a:ln>
            <a:noFill/>
          </a:ln>
        </p:spPr>
      </p:sp>
      <p:pic>
        <p:nvPicPr>
          <p:cNvPr id="9001" name="RUG logo"/>
          <p:cNvPicPr>
            <a:picLocks noChangeAspect="1"/>
          </p:cNvPicPr>
          <p:nvPr/>
        </p:nvPicPr>
        <p:blipFill>
          <a:blip r:embed="rId3"/>
          <a:stretch>
            <a:fillRect/>
          </a:stretch>
        </p:blipFill>
        <p:spPr>
          <a:xfrm>
            <a:off x="7498080" y="182880"/>
            <a:ext cx="1234440" cy="289865"/>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8_1_1_1">
    <p:spTree>
      <p:nvGrpSpPr>
        <p:cNvPr id="1095" name="Shape 1095"/>
        <p:cNvGrpSpPr/>
        <p:nvPr/>
      </p:nvGrpSpPr>
      <p:grpSpPr>
        <a:xfrm>
          <a:off x="0" y="0"/>
          <a:ext cx="0" cy="0"/>
          <a:chOff x="0" y="0"/>
          <a:chExt cx="0" cy="0"/>
        </a:xfrm>
      </p:grpSpPr>
      <p:pic>
        <p:nvPicPr>
          <p:cNvPr id="1096" name="Google Shape;1096;p18"/>
          <p:cNvPicPr preferRelativeResize="0"/>
          <p:nvPr/>
        </p:nvPicPr>
        <p:blipFill rotWithShape="1">
          <a:blip r:embed="rId2">
            <a:alphaModFix amt="22000"/>
          </a:blip>
          <a:srcRect b="0" l="0" r="0" t="0"/>
          <a:stretch/>
        </p:blipFill>
        <p:spPr>
          <a:xfrm>
            <a:off x="25" y="0"/>
            <a:ext cx="9144003" cy="5143501"/>
          </a:xfrm>
          <a:prstGeom prst="rect">
            <a:avLst/>
          </a:prstGeom>
          <a:noFill/>
          <a:ln>
            <a:noFill/>
          </a:ln>
        </p:spPr>
      </p:pic>
      <p:sp>
        <p:nvSpPr>
          <p:cNvPr id="1097" name="Google Shape;1097;p18"/>
          <p:cNvSpPr/>
          <p:nvPr/>
        </p:nvSpPr>
        <p:spPr>
          <a:xfrm>
            <a:off x="190500" y="190500"/>
            <a:ext cx="8759700" cy="4762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98" name="Google Shape;1098;p18"/>
          <p:cNvGrpSpPr/>
          <p:nvPr/>
        </p:nvGrpSpPr>
        <p:grpSpPr>
          <a:xfrm flipH="1" rot="10800000">
            <a:off x="-63475" y="580000"/>
            <a:ext cx="817800" cy="841338"/>
            <a:chOff x="866125" y="3600675"/>
            <a:chExt cx="817800" cy="841338"/>
          </a:xfrm>
        </p:grpSpPr>
        <p:sp>
          <p:nvSpPr>
            <p:cNvPr id="1099" name="Google Shape;1099;p18"/>
            <p:cNvSpPr/>
            <p:nvPr/>
          </p:nvSpPr>
          <p:spPr>
            <a:xfrm>
              <a:off x="866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18"/>
            <p:cNvSpPr/>
            <p:nvPr/>
          </p:nvSpPr>
          <p:spPr>
            <a:xfrm>
              <a:off x="10227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18"/>
            <p:cNvSpPr/>
            <p:nvPr/>
          </p:nvSpPr>
          <p:spPr>
            <a:xfrm>
              <a:off x="11793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18"/>
            <p:cNvSpPr/>
            <p:nvPr/>
          </p:nvSpPr>
          <p:spPr>
            <a:xfrm>
              <a:off x="13359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18"/>
            <p:cNvSpPr/>
            <p:nvPr/>
          </p:nvSpPr>
          <p:spPr>
            <a:xfrm>
              <a:off x="14925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18"/>
            <p:cNvSpPr/>
            <p:nvPr/>
          </p:nvSpPr>
          <p:spPr>
            <a:xfrm>
              <a:off x="1649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18"/>
            <p:cNvSpPr/>
            <p:nvPr/>
          </p:nvSpPr>
          <p:spPr>
            <a:xfrm>
              <a:off x="866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18"/>
            <p:cNvSpPr/>
            <p:nvPr/>
          </p:nvSpPr>
          <p:spPr>
            <a:xfrm>
              <a:off x="10227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18"/>
            <p:cNvSpPr/>
            <p:nvPr/>
          </p:nvSpPr>
          <p:spPr>
            <a:xfrm>
              <a:off x="11793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18"/>
            <p:cNvSpPr/>
            <p:nvPr/>
          </p:nvSpPr>
          <p:spPr>
            <a:xfrm>
              <a:off x="13359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18"/>
            <p:cNvSpPr/>
            <p:nvPr/>
          </p:nvSpPr>
          <p:spPr>
            <a:xfrm>
              <a:off x="14925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18"/>
            <p:cNvSpPr/>
            <p:nvPr/>
          </p:nvSpPr>
          <p:spPr>
            <a:xfrm>
              <a:off x="1649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18"/>
            <p:cNvSpPr/>
            <p:nvPr/>
          </p:nvSpPr>
          <p:spPr>
            <a:xfrm>
              <a:off x="866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18"/>
            <p:cNvSpPr/>
            <p:nvPr/>
          </p:nvSpPr>
          <p:spPr>
            <a:xfrm>
              <a:off x="10227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18"/>
            <p:cNvSpPr/>
            <p:nvPr/>
          </p:nvSpPr>
          <p:spPr>
            <a:xfrm>
              <a:off x="11793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18"/>
            <p:cNvSpPr/>
            <p:nvPr/>
          </p:nvSpPr>
          <p:spPr>
            <a:xfrm>
              <a:off x="13359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18"/>
            <p:cNvSpPr/>
            <p:nvPr/>
          </p:nvSpPr>
          <p:spPr>
            <a:xfrm>
              <a:off x="14925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18"/>
            <p:cNvSpPr/>
            <p:nvPr/>
          </p:nvSpPr>
          <p:spPr>
            <a:xfrm>
              <a:off x="1649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18"/>
            <p:cNvSpPr/>
            <p:nvPr/>
          </p:nvSpPr>
          <p:spPr>
            <a:xfrm>
              <a:off x="866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18"/>
            <p:cNvSpPr/>
            <p:nvPr/>
          </p:nvSpPr>
          <p:spPr>
            <a:xfrm>
              <a:off x="10227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18"/>
            <p:cNvSpPr/>
            <p:nvPr/>
          </p:nvSpPr>
          <p:spPr>
            <a:xfrm>
              <a:off x="11793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18"/>
            <p:cNvSpPr/>
            <p:nvPr/>
          </p:nvSpPr>
          <p:spPr>
            <a:xfrm>
              <a:off x="13359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18"/>
            <p:cNvSpPr/>
            <p:nvPr/>
          </p:nvSpPr>
          <p:spPr>
            <a:xfrm>
              <a:off x="14925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18"/>
            <p:cNvSpPr/>
            <p:nvPr/>
          </p:nvSpPr>
          <p:spPr>
            <a:xfrm>
              <a:off x="1649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18"/>
            <p:cNvSpPr/>
            <p:nvPr/>
          </p:nvSpPr>
          <p:spPr>
            <a:xfrm>
              <a:off x="866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18"/>
            <p:cNvSpPr/>
            <p:nvPr/>
          </p:nvSpPr>
          <p:spPr>
            <a:xfrm>
              <a:off x="10227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18"/>
            <p:cNvSpPr/>
            <p:nvPr/>
          </p:nvSpPr>
          <p:spPr>
            <a:xfrm>
              <a:off x="11793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18"/>
            <p:cNvSpPr/>
            <p:nvPr/>
          </p:nvSpPr>
          <p:spPr>
            <a:xfrm>
              <a:off x="13359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18"/>
            <p:cNvSpPr/>
            <p:nvPr/>
          </p:nvSpPr>
          <p:spPr>
            <a:xfrm>
              <a:off x="14925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18"/>
            <p:cNvSpPr/>
            <p:nvPr/>
          </p:nvSpPr>
          <p:spPr>
            <a:xfrm>
              <a:off x="1649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9" name="Google Shape;1129;p18"/>
          <p:cNvGrpSpPr/>
          <p:nvPr/>
        </p:nvGrpSpPr>
        <p:grpSpPr>
          <a:xfrm flipH="1" rot="10800000">
            <a:off x="7606200" y="4210275"/>
            <a:ext cx="817800" cy="841338"/>
            <a:chOff x="866125" y="3600675"/>
            <a:chExt cx="817800" cy="841338"/>
          </a:xfrm>
        </p:grpSpPr>
        <p:sp>
          <p:nvSpPr>
            <p:cNvPr id="1130" name="Google Shape;1130;p18"/>
            <p:cNvSpPr/>
            <p:nvPr/>
          </p:nvSpPr>
          <p:spPr>
            <a:xfrm>
              <a:off x="866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18"/>
            <p:cNvSpPr/>
            <p:nvPr/>
          </p:nvSpPr>
          <p:spPr>
            <a:xfrm>
              <a:off x="10227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18"/>
            <p:cNvSpPr/>
            <p:nvPr/>
          </p:nvSpPr>
          <p:spPr>
            <a:xfrm>
              <a:off x="11793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18"/>
            <p:cNvSpPr/>
            <p:nvPr/>
          </p:nvSpPr>
          <p:spPr>
            <a:xfrm>
              <a:off x="13359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18"/>
            <p:cNvSpPr/>
            <p:nvPr/>
          </p:nvSpPr>
          <p:spPr>
            <a:xfrm>
              <a:off x="14925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18"/>
            <p:cNvSpPr/>
            <p:nvPr/>
          </p:nvSpPr>
          <p:spPr>
            <a:xfrm>
              <a:off x="1649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18"/>
            <p:cNvSpPr/>
            <p:nvPr/>
          </p:nvSpPr>
          <p:spPr>
            <a:xfrm>
              <a:off x="866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18"/>
            <p:cNvSpPr/>
            <p:nvPr/>
          </p:nvSpPr>
          <p:spPr>
            <a:xfrm>
              <a:off x="10227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18"/>
            <p:cNvSpPr/>
            <p:nvPr/>
          </p:nvSpPr>
          <p:spPr>
            <a:xfrm>
              <a:off x="11793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18"/>
            <p:cNvSpPr/>
            <p:nvPr/>
          </p:nvSpPr>
          <p:spPr>
            <a:xfrm>
              <a:off x="13359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18"/>
            <p:cNvSpPr/>
            <p:nvPr/>
          </p:nvSpPr>
          <p:spPr>
            <a:xfrm>
              <a:off x="14925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18"/>
            <p:cNvSpPr/>
            <p:nvPr/>
          </p:nvSpPr>
          <p:spPr>
            <a:xfrm>
              <a:off x="1649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18"/>
            <p:cNvSpPr/>
            <p:nvPr/>
          </p:nvSpPr>
          <p:spPr>
            <a:xfrm>
              <a:off x="866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18"/>
            <p:cNvSpPr/>
            <p:nvPr/>
          </p:nvSpPr>
          <p:spPr>
            <a:xfrm>
              <a:off x="10227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18"/>
            <p:cNvSpPr/>
            <p:nvPr/>
          </p:nvSpPr>
          <p:spPr>
            <a:xfrm>
              <a:off x="11793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18"/>
            <p:cNvSpPr/>
            <p:nvPr/>
          </p:nvSpPr>
          <p:spPr>
            <a:xfrm>
              <a:off x="13359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18"/>
            <p:cNvSpPr/>
            <p:nvPr/>
          </p:nvSpPr>
          <p:spPr>
            <a:xfrm>
              <a:off x="14925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18"/>
            <p:cNvSpPr/>
            <p:nvPr/>
          </p:nvSpPr>
          <p:spPr>
            <a:xfrm>
              <a:off x="1649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18"/>
            <p:cNvSpPr/>
            <p:nvPr/>
          </p:nvSpPr>
          <p:spPr>
            <a:xfrm>
              <a:off x="866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18"/>
            <p:cNvSpPr/>
            <p:nvPr/>
          </p:nvSpPr>
          <p:spPr>
            <a:xfrm>
              <a:off x="10227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18"/>
            <p:cNvSpPr/>
            <p:nvPr/>
          </p:nvSpPr>
          <p:spPr>
            <a:xfrm>
              <a:off x="11793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18"/>
            <p:cNvSpPr/>
            <p:nvPr/>
          </p:nvSpPr>
          <p:spPr>
            <a:xfrm>
              <a:off x="13359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18"/>
            <p:cNvSpPr/>
            <p:nvPr/>
          </p:nvSpPr>
          <p:spPr>
            <a:xfrm>
              <a:off x="14925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18"/>
            <p:cNvSpPr/>
            <p:nvPr/>
          </p:nvSpPr>
          <p:spPr>
            <a:xfrm>
              <a:off x="1649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18"/>
            <p:cNvSpPr/>
            <p:nvPr/>
          </p:nvSpPr>
          <p:spPr>
            <a:xfrm>
              <a:off x="866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18"/>
            <p:cNvSpPr/>
            <p:nvPr/>
          </p:nvSpPr>
          <p:spPr>
            <a:xfrm>
              <a:off x="10227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18"/>
            <p:cNvSpPr/>
            <p:nvPr/>
          </p:nvSpPr>
          <p:spPr>
            <a:xfrm>
              <a:off x="11793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18"/>
            <p:cNvSpPr/>
            <p:nvPr/>
          </p:nvSpPr>
          <p:spPr>
            <a:xfrm>
              <a:off x="13359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18"/>
            <p:cNvSpPr/>
            <p:nvPr/>
          </p:nvSpPr>
          <p:spPr>
            <a:xfrm>
              <a:off x="14925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18"/>
            <p:cNvSpPr/>
            <p:nvPr/>
          </p:nvSpPr>
          <p:spPr>
            <a:xfrm>
              <a:off x="1649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60" name="Google Shape;1160;p18"/>
          <p:cNvSpPr/>
          <p:nvPr/>
        </p:nvSpPr>
        <p:spPr>
          <a:xfrm rot="5400000">
            <a:off x="8475150" y="1430538"/>
            <a:ext cx="1298400" cy="1235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18"/>
          <p:cNvSpPr/>
          <p:nvPr/>
        </p:nvSpPr>
        <p:spPr>
          <a:xfrm rot="5400000">
            <a:off x="8475150" y="1430538"/>
            <a:ext cx="1298400" cy="1235700"/>
          </a:xfrm>
          <a:prstGeom prst="rect">
            <a:avLst/>
          </a:prstGeom>
          <a:solidFill>
            <a:srgbClr val="FF0000">
              <a:alpha val="627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18"/>
          <p:cNvSpPr/>
          <p:nvPr/>
        </p:nvSpPr>
        <p:spPr>
          <a:xfrm rot="5400000">
            <a:off x="1277538" y="4184600"/>
            <a:ext cx="1385100" cy="1318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18"/>
          <p:cNvSpPr/>
          <p:nvPr/>
        </p:nvSpPr>
        <p:spPr>
          <a:xfrm rot="5400000">
            <a:off x="1277538" y="4184600"/>
            <a:ext cx="1385100" cy="1318200"/>
          </a:xfrm>
          <a:prstGeom prst="rect">
            <a:avLst/>
          </a:prstGeom>
          <a:solidFill>
            <a:srgbClr val="EFEDDE">
              <a:alpha val="816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18"/>
          <p:cNvSpPr txBox="1"/>
          <p:nvPr>
            <p:ph type="title"/>
          </p:nvPr>
        </p:nvSpPr>
        <p:spPr>
          <a:xfrm>
            <a:off x="741300" y="2343475"/>
            <a:ext cx="2457600" cy="4932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SzPts val="2500"/>
              <a:buNone/>
              <a:defRPr b="0"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165" name="Google Shape;1165;p18"/>
          <p:cNvSpPr txBox="1"/>
          <p:nvPr>
            <p:ph idx="1" type="subTitle"/>
          </p:nvPr>
        </p:nvSpPr>
        <p:spPr>
          <a:xfrm>
            <a:off x="741300" y="2713875"/>
            <a:ext cx="2457600" cy="808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66" name="Google Shape;1166;p18"/>
          <p:cNvSpPr txBox="1"/>
          <p:nvPr>
            <p:ph idx="2" type="title"/>
          </p:nvPr>
        </p:nvSpPr>
        <p:spPr>
          <a:xfrm>
            <a:off x="3343199" y="2343475"/>
            <a:ext cx="2457600" cy="4932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SzPts val="2500"/>
              <a:buNone/>
              <a:defRPr b="0"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167" name="Google Shape;1167;p18"/>
          <p:cNvSpPr txBox="1"/>
          <p:nvPr>
            <p:ph idx="3" type="subTitle"/>
          </p:nvPr>
        </p:nvSpPr>
        <p:spPr>
          <a:xfrm>
            <a:off x="3343199" y="2713875"/>
            <a:ext cx="2457600" cy="808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68" name="Google Shape;1168;p18"/>
          <p:cNvSpPr txBox="1"/>
          <p:nvPr>
            <p:ph idx="4" type="title"/>
          </p:nvPr>
        </p:nvSpPr>
        <p:spPr>
          <a:xfrm>
            <a:off x="5945098" y="2343475"/>
            <a:ext cx="2457600" cy="4932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SzPts val="2500"/>
              <a:buNone/>
              <a:defRPr b="0"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169" name="Google Shape;1169;p18"/>
          <p:cNvSpPr txBox="1"/>
          <p:nvPr>
            <p:ph idx="5" type="subTitle"/>
          </p:nvPr>
        </p:nvSpPr>
        <p:spPr>
          <a:xfrm>
            <a:off x="5945098" y="2713875"/>
            <a:ext cx="2457600" cy="808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70" name="Google Shape;1170;p18"/>
          <p:cNvSpPr txBox="1"/>
          <p:nvPr>
            <p:ph idx="6" type="title"/>
          </p:nvPr>
        </p:nvSpPr>
        <p:spPr>
          <a:xfrm>
            <a:off x="720000" y="457200"/>
            <a:ext cx="7704000" cy="571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600"/>
              <a:buNone/>
              <a:defRPr b="0" sz="32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171" name="Google Shape;1171;p18"/>
          <p:cNvSpPr txBox="1"/>
          <p:nvPr>
            <p:ph idx="12" type="sldNum"/>
          </p:nvPr>
        </p:nvSpPr>
        <p:spPr>
          <a:xfrm>
            <a:off x="8250500" y="4608500"/>
            <a:ext cx="695100" cy="279300"/>
          </a:xfrm>
          <a:prstGeom prst="rect">
            <a:avLst/>
          </a:prstGeom>
        </p:spPr>
        <p:txBody>
          <a:bodyPr anchorCtr="0" anchor="ctr" bIns="91425" lIns="91425" spcFirstLastPara="1" rIns="91425" wrap="square" tIns="91425">
            <a:noAutofit/>
          </a:bodyPr>
          <a:lstStyle>
            <a:lvl1pPr lvl="0" rtl="0" algn="ctr">
              <a:buNone/>
              <a:defRPr b="1" sz="1900">
                <a:solidFill>
                  <a:schemeClr val="lt1"/>
                </a:solidFill>
                <a:latin typeface="Bebas Neue"/>
                <a:ea typeface="Bebas Neue"/>
                <a:cs typeface="Bebas Neue"/>
                <a:sym typeface="Bebas Neue"/>
              </a:defRPr>
            </a:lvl1pPr>
            <a:lvl2pPr lvl="1" rtl="0" algn="ctr">
              <a:buNone/>
              <a:defRPr b="1" sz="1900">
                <a:solidFill>
                  <a:schemeClr val="lt1"/>
                </a:solidFill>
                <a:latin typeface="Bebas Neue"/>
                <a:ea typeface="Bebas Neue"/>
                <a:cs typeface="Bebas Neue"/>
                <a:sym typeface="Bebas Neue"/>
              </a:defRPr>
            </a:lvl2pPr>
            <a:lvl3pPr lvl="2" rtl="0" algn="ctr">
              <a:buNone/>
              <a:defRPr b="1" sz="1900">
                <a:solidFill>
                  <a:schemeClr val="lt1"/>
                </a:solidFill>
                <a:latin typeface="Bebas Neue"/>
                <a:ea typeface="Bebas Neue"/>
                <a:cs typeface="Bebas Neue"/>
                <a:sym typeface="Bebas Neue"/>
              </a:defRPr>
            </a:lvl3pPr>
            <a:lvl4pPr lvl="3" rtl="0" algn="ctr">
              <a:buNone/>
              <a:defRPr b="1" sz="1900">
                <a:solidFill>
                  <a:schemeClr val="lt1"/>
                </a:solidFill>
                <a:latin typeface="Bebas Neue"/>
                <a:ea typeface="Bebas Neue"/>
                <a:cs typeface="Bebas Neue"/>
                <a:sym typeface="Bebas Neue"/>
              </a:defRPr>
            </a:lvl4pPr>
            <a:lvl5pPr lvl="4" rtl="0" algn="ctr">
              <a:buNone/>
              <a:defRPr b="1" sz="1900">
                <a:solidFill>
                  <a:schemeClr val="lt1"/>
                </a:solidFill>
                <a:latin typeface="Bebas Neue"/>
                <a:ea typeface="Bebas Neue"/>
                <a:cs typeface="Bebas Neue"/>
                <a:sym typeface="Bebas Neue"/>
              </a:defRPr>
            </a:lvl5pPr>
            <a:lvl6pPr lvl="5" rtl="0" algn="ctr">
              <a:buNone/>
              <a:defRPr b="1" sz="1900">
                <a:solidFill>
                  <a:schemeClr val="lt1"/>
                </a:solidFill>
                <a:latin typeface="Bebas Neue"/>
                <a:ea typeface="Bebas Neue"/>
                <a:cs typeface="Bebas Neue"/>
                <a:sym typeface="Bebas Neue"/>
              </a:defRPr>
            </a:lvl6pPr>
            <a:lvl7pPr lvl="6" rtl="0" algn="ctr">
              <a:buNone/>
              <a:defRPr b="1" sz="1900">
                <a:solidFill>
                  <a:schemeClr val="lt1"/>
                </a:solidFill>
                <a:latin typeface="Bebas Neue"/>
                <a:ea typeface="Bebas Neue"/>
                <a:cs typeface="Bebas Neue"/>
                <a:sym typeface="Bebas Neue"/>
              </a:defRPr>
            </a:lvl7pPr>
            <a:lvl8pPr lvl="7" rtl="0" algn="ctr">
              <a:buNone/>
              <a:defRPr b="1" sz="1900">
                <a:solidFill>
                  <a:schemeClr val="lt1"/>
                </a:solidFill>
                <a:latin typeface="Bebas Neue"/>
                <a:ea typeface="Bebas Neue"/>
                <a:cs typeface="Bebas Neue"/>
                <a:sym typeface="Bebas Neue"/>
              </a:defRPr>
            </a:lvl8pPr>
            <a:lvl9pPr lvl="8" rtl="0" algn="ctr">
              <a:buNone/>
              <a:defRPr b="1" sz="1900">
                <a:solidFill>
                  <a:schemeClr val="lt1"/>
                </a:solidFill>
                <a:latin typeface="Bebas Neue"/>
                <a:ea typeface="Bebas Neue"/>
                <a:cs typeface="Bebas Neue"/>
                <a:sym typeface="Bebas Neue"/>
              </a:defRPr>
            </a:lvl9pPr>
          </a:lstStyle>
          <a:p>
            <a:pPr indent="0" lvl="0" marL="0" rtl="0" algn="ctr">
              <a:spcBef>
                <a:spcPts val="0"/>
              </a:spcBef>
              <a:spcAft>
                <a:spcPts val="0"/>
              </a:spcAft>
              <a:buNone/>
            </a:pPr>
            <a:fld id="{00000000-1234-1234-1234-123412341234}" type="slidenum">
              <a:rPr lang="en"/>
              <a:t>‹#›</a:t>
            </a:fld>
            <a:endParaRPr/>
          </a:p>
        </p:txBody>
      </p:sp>
      <p:pic>
        <p:nvPicPr>
          <p:cNvPr id="9001" name="RUG logo"/>
          <p:cNvPicPr>
            <a:picLocks noChangeAspect="1"/>
          </p:cNvPicPr>
          <p:nvPr/>
        </p:nvPicPr>
        <p:blipFill>
          <a:blip r:embed="rId3"/>
          <a:stretch>
            <a:fillRect/>
          </a:stretch>
        </p:blipFill>
        <p:spPr>
          <a:xfrm>
            <a:off x="7498080" y="182880"/>
            <a:ext cx="1234440" cy="289865"/>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_1_1">
    <p:spTree>
      <p:nvGrpSpPr>
        <p:cNvPr id="1172" name="Shape 1172"/>
        <p:cNvGrpSpPr/>
        <p:nvPr/>
      </p:nvGrpSpPr>
      <p:grpSpPr>
        <a:xfrm>
          <a:off x="0" y="0"/>
          <a:ext cx="0" cy="0"/>
          <a:chOff x="0" y="0"/>
          <a:chExt cx="0" cy="0"/>
        </a:xfrm>
      </p:grpSpPr>
      <p:pic>
        <p:nvPicPr>
          <p:cNvPr id="1173" name="Google Shape;1173;p19"/>
          <p:cNvPicPr preferRelativeResize="0"/>
          <p:nvPr/>
        </p:nvPicPr>
        <p:blipFill rotWithShape="1">
          <a:blip r:embed="rId2">
            <a:alphaModFix amt="22000"/>
          </a:blip>
          <a:srcRect b="0" l="0" r="0" t="0"/>
          <a:stretch/>
        </p:blipFill>
        <p:spPr>
          <a:xfrm>
            <a:off x="25" y="0"/>
            <a:ext cx="9144003" cy="5143501"/>
          </a:xfrm>
          <a:prstGeom prst="rect">
            <a:avLst/>
          </a:prstGeom>
          <a:noFill/>
          <a:ln>
            <a:noFill/>
          </a:ln>
        </p:spPr>
      </p:pic>
      <p:sp>
        <p:nvSpPr>
          <p:cNvPr id="1174" name="Google Shape;1174;p19"/>
          <p:cNvSpPr txBox="1"/>
          <p:nvPr>
            <p:ph type="title"/>
          </p:nvPr>
        </p:nvSpPr>
        <p:spPr>
          <a:xfrm>
            <a:off x="1997155" y="1712800"/>
            <a:ext cx="2354700" cy="367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b="0" sz="24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1175" name="Google Shape;1175;p19"/>
          <p:cNvSpPr txBox="1"/>
          <p:nvPr>
            <p:ph idx="1" type="subTitle"/>
          </p:nvPr>
        </p:nvSpPr>
        <p:spPr>
          <a:xfrm>
            <a:off x="1997155" y="1935775"/>
            <a:ext cx="2354700" cy="783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176" name="Google Shape;1176;p19"/>
          <p:cNvSpPr txBox="1"/>
          <p:nvPr>
            <p:ph idx="2" type="title"/>
          </p:nvPr>
        </p:nvSpPr>
        <p:spPr>
          <a:xfrm>
            <a:off x="4786601" y="1712800"/>
            <a:ext cx="2349600" cy="367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b="0" sz="24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1177" name="Google Shape;1177;p19"/>
          <p:cNvSpPr txBox="1"/>
          <p:nvPr>
            <p:ph idx="3" type="subTitle"/>
          </p:nvPr>
        </p:nvSpPr>
        <p:spPr>
          <a:xfrm>
            <a:off x="4786601" y="1935775"/>
            <a:ext cx="2349600" cy="783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178" name="Google Shape;1178;p19"/>
          <p:cNvSpPr txBox="1"/>
          <p:nvPr>
            <p:ph idx="4" type="title"/>
          </p:nvPr>
        </p:nvSpPr>
        <p:spPr>
          <a:xfrm>
            <a:off x="1997155" y="3587600"/>
            <a:ext cx="2354700" cy="367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b="0" sz="24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1179" name="Google Shape;1179;p19"/>
          <p:cNvSpPr txBox="1"/>
          <p:nvPr>
            <p:ph idx="5" type="subTitle"/>
          </p:nvPr>
        </p:nvSpPr>
        <p:spPr>
          <a:xfrm>
            <a:off x="1997155" y="3810575"/>
            <a:ext cx="2354700" cy="783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180" name="Google Shape;1180;p19"/>
          <p:cNvSpPr txBox="1"/>
          <p:nvPr>
            <p:ph idx="6" type="title"/>
          </p:nvPr>
        </p:nvSpPr>
        <p:spPr>
          <a:xfrm>
            <a:off x="4786601" y="3587600"/>
            <a:ext cx="2349600" cy="367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b="0" sz="24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1181" name="Google Shape;1181;p19"/>
          <p:cNvSpPr txBox="1"/>
          <p:nvPr>
            <p:ph idx="7" type="subTitle"/>
          </p:nvPr>
        </p:nvSpPr>
        <p:spPr>
          <a:xfrm>
            <a:off x="4786601" y="3810575"/>
            <a:ext cx="2349600" cy="783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182" name="Google Shape;1182;p19"/>
          <p:cNvSpPr txBox="1"/>
          <p:nvPr>
            <p:ph idx="8" type="title"/>
          </p:nvPr>
        </p:nvSpPr>
        <p:spPr>
          <a:xfrm>
            <a:off x="720000" y="457200"/>
            <a:ext cx="7704000" cy="571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600"/>
              <a:buNone/>
              <a:defRPr b="0" sz="32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183" name="Google Shape;1183;p19"/>
          <p:cNvSpPr/>
          <p:nvPr/>
        </p:nvSpPr>
        <p:spPr>
          <a:xfrm>
            <a:off x="190500" y="190500"/>
            <a:ext cx="8759700" cy="4762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19"/>
          <p:cNvSpPr txBox="1"/>
          <p:nvPr>
            <p:ph idx="12" type="sldNum"/>
          </p:nvPr>
        </p:nvSpPr>
        <p:spPr>
          <a:xfrm>
            <a:off x="8250500" y="4608500"/>
            <a:ext cx="695100" cy="279300"/>
          </a:xfrm>
          <a:prstGeom prst="rect">
            <a:avLst/>
          </a:prstGeom>
        </p:spPr>
        <p:txBody>
          <a:bodyPr anchorCtr="0" anchor="ctr" bIns="91425" lIns="91425" spcFirstLastPara="1" rIns="91425" wrap="square" tIns="91425">
            <a:noAutofit/>
          </a:bodyPr>
          <a:lstStyle>
            <a:lvl1pPr lvl="0" rtl="0" algn="ctr">
              <a:buNone/>
              <a:defRPr b="1" sz="1900">
                <a:solidFill>
                  <a:schemeClr val="lt1"/>
                </a:solidFill>
                <a:latin typeface="Bebas Neue"/>
                <a:ea typeface="Bebas Neue"/>
                <a:cs typeface="Bebas Neue"/>
                <a:sym typeface="Bebas Neue"/>
              </a:defRPr>
            </a:lvl1pPr>
            <a:lvl2pPr lvl="1" rtl="0" algn="ctr">
              <a:buNone/>
              <a:defRPr b="1" sz="1900">
                <a:solidFill>
                  <a:schemeClr val="lt1"/>
                </a:solidFill>
                <a:latin typeface="Bebas Neue"/>
                <a:ea typeface="Bebas Neue"/>
                <a:cs typeface="Bebas Neue"/>
                <a:sym typeface="Bebas Neue"/>
              </a:defRPr>
            </a:lvl2pPr>
            <a:lvl3pPr lvl="2" rtl="0" algn="ctr">
              <a:buNone/>
              <a:defRPr b="1" sz="1900">
                <a:solidFill>
                  <a:schemeClr val="lt1"/>
                </a:solidFill>
                <a:latin typeface="Bebas Neue"/>
                <a:ea typeface="Bebas Neue"/>
                <a:cs typeface="Bebas Neue"/>
                <a:sym typeface="Bebas Neue"/>
              </a:defRPr>
            </a:lvl3pPr>
            <a:lvl4pPr lvl="3" rtl="0" algn="ctr">
              <a:buNone/>
              <a:defRPr b="1" sz="1900">
                <a:solidFill>
                  <a:schemeClr val="lt1"/>
                </a:solidFill>
                <a:latin typeface="Bebas Neue"/>
                <a:ea typeface="Bebas Neue"/>
                <a:cs typeface="Bebas Neue"/>
                <a:sym typeface="Bebas Neue"/>
              </a:defRPr>
            </a:lvl4pPr>
            <a:lvl5pPr lvl="4" rtl="0" algn="ctr">
              <a:buNone/>
              <a:defRPr b="1" sz="1900">
                <a:solidFill>
                  <a:schemeClr val="lt1"/>
                </a:solidFill>
                <a:latin typeface="Bebas Neue"/>
                <a:ea typeface="Bebas Neue"/>
                <a:cs typeface="Bebas Neue"/>
                <a:sym typeface="Bebas Neue"/>
              </a:defRPr>
            </a:lvl5pPr>
            <a:lvl6pPr lvl="5" rtl="0" algn="ctr">
              <a:buNone/>
              <a:defRPr b="1" sz="1900">
                <a:solidFill>
                  <a:schemeClr val="lt1"/>
                </a:solidFill>
                <a:latin typeface="Bebas Neue"/>
                <a:ea typeface="Bebas Neue"/>
                <a:cs typeface="Bebas Neue"/>
                <a:sym typeface="Bebas Neue"/>
              </a:defRPr>
            </a:lvl6pPr>
            <a:lvl7pPr lvl="6" rtl="0" algn="ctr">
              <a:buNone/>
              <a:defRPr b="1" sz="1900">
                <a:solidFill>
                  <a:schemeClr val="lt1"/>
                </a:solidFill>
                <a:latin typeface="Bebas Neue"/>
                <a:ea typeface="Bebas Neue"/>
                <a:cs typeface="Bebas Neue"/>
                <a:sym typeface="Bebas Neue"/>
              </a:defRPr>
            </a:lvl7pPr>
            <a:lvl8pPr lvl="7" rtl="0" algn="ctr">
              <a:buNone/>
              <a:defRPr b="1" sz="1900">
                <a:solidFill>
                  <a:schemeClr val="lt1"/>
                </a:solidFill>
                <a:latin typeface="Bebas Neue"/>
                <a:ea typeface="Bebas Neue"/>
                <a:cs typeface="Bebas Neue"/>
                <a:sym typeface="Bebas Neue"/>
              </a:defRPr>
            </a:lvl8pPr>
            <a:lvl9pPr lvl="8" rtl="0" algn="ctr">
              <a:buNone/>
              <a:defRPr b="1" sz="1900">
                <a:solidFill>
                  <a:schemeClr val="lt1"/>
                </a:solidFill>
                <a:latin typeface="Bebas Neue"/>
                <a:ea typeface="Bebas Neue"/>
                <a:cs typeface="Bebas Neue"/>
                <a:sym typeface="Bebas Neue"/>
              </a:defRPr>
            </a:lvl9pPr>
          </a:lstStyle>
          <a:p>
            <a:pPr indent="0" lvl="0" marL="0" rtl="0" algn="ctr">
              <a:spcBef>
                <a:spcPts val="0"/>
              </a:spcBef>
              <a:spcAft>
                <a:spcPts val="0"/>
              </a:spcAft>
              <a:buNone/>
            </a:pPr>
            <a:fld id="{00000000-1234-1234-1234-123412341234}" type="slidenum">
              <a:rPr lang="en"/>
              <a:t>‹#›</a:t>
            </a:fld>
            <a:endParaRPr/>
          </a:p>
        </p:txBody>
      </p:sp>
      <p:sp>
        <p:nvSpPr>
          <p:cNvPr id="1185" name="Google Shape;1185;p19"/>
          <p:cNvSpPr/>
          <p:nvPr/>
        </p:nvSpPr>
        <p:spPr>
          <a:xfrm>
            <a:off x="-42925" y="2676498"/>
            <a:ext cx="1555800" cy="1555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86" name="Google Shape;1186;p19"/>
          <p:cNvGrpSpPr/>
          <p:nvPr/>
        </p:nvGrpSpPr>
        <p:grpSpPr>
          <a:xfrm>
            <a:off x="-82825" y="653675"/>
            <a:ext cx="817800" cy="841338"/>
            <a:chOff x="866125" y="3600675"/>
            <a:chExt cx="817800" cy="841338"/>
          </a:xfrm>
        </p:grpSpPr>
        <p:sp>
          <p:nvSpPr>
            <p:cNvPr id="1187" name="Google Shape;1187;p19"/>
            <p:cNvSpPr/>
            <p:nvPr/>
          </p:nvSpPr>
          <p:spPr>
            <a:xfrm>
              <a:off x="866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19"/>
            <p:cNvSpPr/>
            <p:nvPr/>
          </p:nvSpPr>
          <p:spPr>
            <a:xfrm>
              <a:off x="10227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19"/>
            <p:cNvSpPr/>
            <p:nvPr/>
          </p:nvSpPr>
          <p:spPr>
            <a:xfrm>
              <a:off x="11793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19"/>
            <p:cNvSpPr/>
            <p:nvPr/>
          </p:nvSpPr>
          <p:spPr>
            <a:xfrm>
              <a:off x="13359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19"/>
            <p:cNvSpPr/>
            <p:nvPr/>
          </p:nvSpPr>
          <p:spPr>
            <a:xfrm>
              <a:off x="14925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19"/>
            <p:cNvSpPr/>
            <p:nvPr/>
          </p:nvSpPr>
          <p:spPr>
            <a:xfrm>
              <a:off x="1649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19"/>
            <p:cNvSpPr/>
            <p:nvPr/>
          </p:nvSpPr>
          <p:spPr>
            <a:xfrm>
              <a:off x="866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19"/>
            <p:cNvSpPr/>
            <p:nvPr/>
          </p:nvSpPr>
          <p:spPr>
            <a:xfrm>
              <a:off x="10227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19"/>
            <p:cNvSpPr/>
            <p:nvPr/>
          </p:nvSpPr>
          <p:spPr>
            <a:xfrm>
              <a:off x="11793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19"/>
            <p:cNvSpPr/>
            <p:nvPr/>
          </p:nvSpPr>
          <p:spPr>
            <a:xfrm>
              <a:off x="13359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19"/>
            <p:cNvSpPr/>
            <p:nvPr/>
          </p:nvSpPr>
          <p:spPr>
            <a:xfrm>
              <a:off x="14925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19"/>
            <p:cNvSpPr/>
            <p:nvPr/>
          </p:nvSpPr>
          <p:spPr>
            <a:xfrm>
              <a:off x="1649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19"/>
            <p:cNvSpPr/>
            <p:nvPr/>
          </p:nvSpPr>
          <p:spPr>
            <a:xfrm>
              <a:off x="866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19"/>
            <p:cNvSpPr/>
            <p:nvPr/>
          </p:nvSpPr>
          <p:spPr>
            <a:xfrm>
              <a:off x="10227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19"/>
            <p:cNvSpPr/>
            <p:nvPr/>
          </p:nvSpPr>
          <p:spPr>
            <a:xfrm>
              <a:off x="11793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19"/>
            <p:cNvSpPr/>
            <p:nvPr/>
          </p:nvSpPr>
          <p:spPr>
            <a:xfrm>
              <a:off x="13359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19"/>
            <p:cNvSpPr/>
            <p:nvPr/>
          </p:nvSpPr>
          <p:spPr>
            <a:xfrm>
              <a:off x="14925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19"/>
            <p:cNvSpPr/>
            <p:nvPr/>
          </p:nvSpPr>
          <p:spPr>
            <a:xfrm>
              <a:off x="1649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19"/>
            <p:cNvSpPr/>
            <p:nvPr/>
          </p:nvSpPr>
          <p:spPr>
            <a:xfrm>
              <a:off x="866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19"/>
            <p:cNvSpPr/>
            <p:nvPr/>
          </p:nvSpPr>
          <p:spPr>
            <a:xfrm>
              <a:off x="10227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19"/>
            <p:cNvSpPr/>
            <p:nvPr/>
          </p:nvSpPr>
          <p:spPr>
            <a:xfrm>
              <a:off x="11793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19"/>
            <p:cNvSpPr/>
            <p:nvPr/>
          </p:nvSpPr>
          <p:spPr>
            <a:xfrm>
              <a:off x="13359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19"/>
            <p:cNvSpPr/>
            <p:nvPr/>
          </p:nvSpPr>
          <p:spPr>
            <a:xfrm>
              <a:off x="14925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19"/>
            <p:cNvSpPr/>
            <p:nvPr/>
          </p:nvSpPr>
          <p:spPr>
            <a:xfrm>
              <a:off x="1649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19"/>
            <p:cNvSpPr/>
            <p:nvPr/>
          </p:nvSpPr>
          <p:spPr>
            <a:xfrm>
              <a:off x="866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19"/>
            <p:cNvSpPr/>
            <p:nvPr/>
          </p:nvSpPr>
          <p:spPr>
            <a:xfrm>
              <a:off x="10227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19"/>
            <p:cNvSpPr/>
            <p:nvPr/>
          </p:nvSpPr>
          <p:spPr>
            <a:xfrm>
              <a:off x="11793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19"/>
            <p:cNvSpPr/>
            <p:nvPr/>
          </p:nvSpPr>
          <p:spPr>
            <a:xfrm>
              <a:off x="13359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19"/>
            <p:cNvSpPr/>
            <p:nvPr/>
          </p:nvSpPr>
          <p:spPr>
            <a:xfrm>
              <a:off x="14925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19"/>
            <p:cNvSpPr/>
            <p:nvPr/>
          </p:nvSpPr>
          <p:spPr>
            <a:xfrm>
              <a:off x="1649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7" name="Google Shape;1217;p19"/>
          <p:cNvGrpSpPr/>
          <p:nvPr/>
        </p:nvGrpSpPr>
        <p:grpSpPr>
          <a:xfrm>
            <a:off x="8395050" y="3681300"/>
            <a:ext cx="817800" cy="841338"/>
            <a:chOff x="866125" y="3600675"/>
            <a:chExt cx="817800" cy="841338"/>
          </a:xfrm>
        </p:grpSpPr>
        <p:sp>
          <p:nvSpPr>
            <p:cNvPr id="1218" name="Google Shape;1218;p19"/>
            <p:cNvSpPr/>
            <p:nvPr/>
          </p:nvSpPr>
          <p:spPr>
            <a:xfrm>
              <a:off x="866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19"/>
            <p:cNvSpPr/>
            <p:nvPr/>
          </p:nvSpPr>
          <p:spPr>
            <a:xfrm>
              <a:off x="10227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19"/>
            <p:cNvSpPr/>
            <p:nvPr/>
          </p:nvSpPr>
          <p:spPr>
            <a:xfrm>
              <a:off x="11793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19"/>
            <p:cNvSpPr/>
            <p:nvPr/>
          </p:nvSpPr>
          <p:spPr>
            <a:xfrm>
              <a:off x="13359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19"/>
            <p:cNvSpPr/>
            <p:nvPr/>
          </p:nvSpPr>
          <p:spPr>
            <a:xfrm>
              <a:off x="14925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19"/>
            <p:cNvSpPr/>
            <p:nvPr/>
          </p:nvSpPr>
          <p:spPr>
            <a:xfrm>
              <a:off x="1649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19"/>
            <p:cNvSpPr/>
            <p:nvPr/>
          </p:nvSpPr>
          <p:spPr>
            <a:xfrm>
              <a:off x="866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19"/>
            <p:cNvSpPr/>
            <p:nvPr/>
          </p:nvSpPr>
          <p:spPr>
            <a:xfrm>
              <a:off x="10227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19"/>
            <p:cNvSpPr/>
            <p:nvPr/>
          </p:nvSpPr>
          <p:spPr>
            <a:xfrm>
              <a:off x="11793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19"/>
            <p:cNvSpPr/>
            <p:nvPr/>
          </p:nvSpPr>
          <p:spPr>
            <a:xfrm>
              <a:off x="13359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19"/>
            <p:cNvSpPr/>
            <p:nvPr/>
          </p:nvSpPr>
          <p:spPr>
            <a:xfrm>
              <a:off x="14925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19"/>
            <p:cNvSpPr/>
            <p:nvPr/>
          </p:nvSpPr>
          <p:spPr>
            <a:xfrm>
              <a:off x="1649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19"/>
            <p:cNvSpPr/>
            <p:nvPr/>
          </p:nvSpPr>
          <p:spPr>
            <a:xfrm>
              <a:off x="866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19"/>
            <p:cNvSpPr/>
            <p:nvPr/>
          </p:nvSpPr>
          <p:spPr>
            <a:xfrm>
              <a:off x="10227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19"/>
            <p:cNvSpPr/>
            <p:nvPr/>
          </p:nvSpPr>
          <p:spPr>
            <a:xfrm>
              <a:off x="11793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19"/>
            <p:cNvSpPr/>
            <p:nvPr/>
          </p:nvSpPr>
          <p:spPr>
            <a:xfrm>
              <a:off x="13359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19"/>
            <p:cNvSpPr/>
            <p:nvPr/>
          </p:nvSpPr>
          <p:spPr>
            <a:xfrm>
              <a:off x="14925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19"/>
            <p:cNvSpPr/>
            <p:nvPr/>
          </p:nvSpPr>
          <p:spPr>
            <a:xfrm>
              <a:off x="1649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19"/>
            <p:cNvSpPr/>
            <p:nvPr/>
          </p:nvSpPr>
          <p:spPr>
            <a:xfrm>
              <a:off x="866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19"/>
            <p:cNvSpPr/>
            <p:nvPr/>
          </p:nvSpPr>
          <p:spPr>
            <a:xfrm>
              <a:off x="10227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19"/>
            <p:cNvSpPr/>
            <p:nvPr/>
          </p:nvSpPr>
          <p:spPr>
            <a:xfrm>
              <a:off x="11793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19"/>
            <p:cNvSpPr/>
            <p:nvPr/>
          </p:nvSpPr>
          <p:spPr>
            <a:xfrm>
              <a:off x="13359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19"/>
            <p:cNvSpPr/>
            <p:nvPr/>
          </p:nvSpPr>
          <p:spPr>
            <a:xfrm>
              <a:off x="14925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19"/>
            <p:cNvSpPr/>
            <p:nvPr/>
          </p:nvSpPr>
          <p:spPr>
            <a:xfrm>
              <a:off x="1649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19"/>
            <p:cNvSpPr/>
            <p:nvPr/>
          </p:nvSpPr>
          <p:spPr>
            <a:xfrm>
              <a:off x="866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19"/>
            <p:cNvSpPr/>
            <p:nvPr/>
          </p:nvSpPr>
          <p:spPr>
            <a:xfrm>
              <a:off x="10227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19"/>
            <p:cNvSpPr/>
            <p:nvPr/>
          </p:nvSpPr>
          <p:spPr>
            <a:xfrm>
              <a:off x="11793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19"/>
            <p:cNvSpPr/>
            <p:nvPr/>
          </p:nvSpPr>
          <p:spPr>
            <a:xfrm>
              <a:off x="13359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19"/>
            <p:cNvSpPr/>
            <p:nvPr/>
          </p:nvSpPr>
          <p:spPr>
            <a:xfrm>
              <a:off x="14925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19"/>
            <p:cNvSpPr/>
            <p:nvPr/>
          </p:nvSpPr>
          <p:spPr>
            <a:xfrm>
              <a:off x="1649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48" name="Google Shape;1248;p19"/>
          <p:cNvSpPr/>
          <p:nvPr/>
        </p:nvSpPr>
        <p:spPr>
          <a:xfrm>
            <a:off x="7631075" y="942298"/>
            <a:ext cx="1555800" cy="1555800"/>
          </a:xfrm>
          <a:prstGeom prst="ellipse">
            <a:avLst/>
          </a:prstGeom>
          <a:solidFill>
            <a:srgbClr val="EFEDDE">
              <a:alpha val="816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001" name="RUG logo"/>
          <p:cNvPicPr>
            <a:picLocks noChangeAspect="1"/>
          </p:cNvPicPr>
          <p:nvPr/>
        </p:nvPicPr>
        <p:blipFill>
          <a:blip r:embed="rId3"/>
          <a:stretch>
            <a:fillRect/>
          </a:stretch>
        </p:blipFill>
        <p:spPr>
          <a:xfrm>
            <a:off x="7498080" y="182880"/>
            <a:ext cx="1234440" cy="289865"/>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_1">
    <p:spTree>
      <p:nvGrpSpPr>
        <p:cNvPr id="1249" name="Shape 1249"/>
        <p:cNvGrpSpPr/>
        <p:nvPr/>
      </p:nvGrpSpPr>
      <p:grpSpPr>
        <a:xfrm>
          <a:off x="0" y="0"/>
          <a:ext cx="0" cy="0"/>
          <a:chOff x="0" y="0"/>
          <a:chExt cx="0" cy="0"/>
        </a:xfrm>
      </p:grpSpPr>
      <p:pic>
        <p:nvPicPr>
          <p:cNvPr id="1250" name="Google Shape;1250;p20"/>
          <p:cNvPicPr preferRelativeResize="0"/>
          <p:nvPr/>
        </p:nvPicPr>
        <p:blipFill rotWithShape="1">
          <a:blip r:embed="rId2">
            <a:alphaModFix amt="22000"/>
          </a:blip>
          <a:srcRect b="0" l="0" r="0" t="0"/>
          <a:stretch/>
        </p:blipFill>
        <p:spPr>
          <a:xfrm>
            <a:off x="25" y="0"/>
            <a:ext cx="9144003" cy="5143501"/>
          </a:xfrm>
          <a:prstGeom prst="rect">
            <a:avLst/>
          </a:prstGeom>
          <a:noFill/>
          <a:ln>
            <a:noFill/>
          </a:ln>
        </p:spPr>
      </p:pic>
      <p:sp>
        <p:nvSpPr>
          <p:cNvPr id="1251" name="Google Shape;1251;p20"/>
          <p:cNvSpPr/>
          <p:nvPr/>
        </p:nvSpPr>
        <p:spPr>
          <a:xfrm>
            <a:off x="190500" y="190500"/>
            <a:ext cx="8759700" cy="4762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52" name="Google Shape;1252;p20"/>
          <p:cNvGrpSpPr/>
          <p:nvPr/>
        </p:nvGrpSpPr>
        <p:grpSpPr>
          <a:xfrm>
            <a:off x="4159513" y="4643200"/>
            <a:ext cx="817800" cy="841338"/>
            <a:chOff x="866125" y="3600675"/>
            <a:chExt cx="817800" cy="841338"/>
          </a:xfrm>
        </p:grpSpPr>
        <p:sp>
          <p:nvSpPr>
            <p:cNvPr id="1253" name="Google Shape;1253;p20"/>
            <p:cNvSpPr/>
            <p:nvPr/>
          </p:nvSpPr>
          <p:spPr>
            <a:xfrm>
              <a:off x="866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20"/>
            <p:cNvSpPr/>
            <p:nvPr/>
          </p:nvSpPr>
          <p:spPr>
            <a:xfrm>
              <a:off x="10227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20"/>
            <p:cNvSpPr/>
            <p:nvPr/>
          </p:nvSpPr>
          <p:spPr>
            <a:xfrm>
              <a:off x="11793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20"/>
            <p:cNvSpPr/>
            <p:nvPr/>
          </p:nvSpPr>
          <p:spPr>
            <a:xfrm>
              <a:off x="13359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20"/>
            <p:cNvSpPr/>
            <p:nvPr/>
          </p:nvSpPr>
          <p:spPr>
            <a:xfrm>
              <a:off x="14925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20"/>
            <p:cNvSpPr/>
            <p:nvPr/>
          </p:nvSpPr>
          <p:spPr>
            <a:xfrm>
              <a:off x="1649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20"/>
            <p:cNvSpPr/>
            <p:nvPr/>
          </p:nvSpPr>
          <p:spPr>
            <a:xfrm>
              <a:off x="866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20"/>
            <p:cNvSpPr/>
            <p:nvPr/>
          </p:nvSpPr>
          <p:spPr>
            <a:xfrm>
              <a:off x="10227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20"/>
            <p:cNvSpPr/>
            <p:nvPr/>
          </p:nvSpPr>
          <p:spPr>
            <a:xfrm>
              <a:off x="11793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20"/>
            <p:cNvSpPr/>
            <p:nvPr/>
          </p:nvSpPr>
          <p:spPr>
            <a:xfrm>
              <a:off x="13359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20"/>
            <p:cNvSpPr/>
            <p:nvPr/>
          </p:nvSpPr>
          <p:spPr>
            <a:xfrm>
              <a:off x="14925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20"/>
            <p:cNvSpPr/>
            <p:nvPr/>
          </p:nvSpPr>
          <p:spPr>
            <a:xfrm>
              <a:off x="1649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20"/>
            <p:cNvSpPr/>
            <p:nvPr/>
          </p:nvSpPr>
          <p:spPr>
            <a:xfrm>
              <a:off x="866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20"/>
            <p:cNvSpPr/>
            <p:nvPr/>
          </p:nvSpPr>
          <p:spPr>
            <a:xfrm>
              <a:off x="10227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20"/>
            <p:cNvSpPr/>
            <p:nvPr/>
          </p:nvSpPr>
          <p:spPr>
            <a:xfrm>
              <a:off x="11793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20"/>
            <p:cNvSpPr/>
            <p:nvPr/>
          </p:nvSpPr>
          <p:spPr>
            <a:xfrm>
              <a:off x="13359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20"/>
            <p:cNvSpPr/>
            <p:nvPr/>
          </p:nvSpPr>
          <p:spPr>
            <a:xfrm>
              <a:off x="14925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20"/>
            <p:cNvSpPr/>
            <p:nvPr/>
          </p:nvSpPr>
          <p:spPr>
            <a:xfrm>
              <a:off x="1649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20"/>
            <p:cNvSpPr/>
            <p:nvPr/>
          </p:nvSpPr>
          <p:spPr>
            <a:xfrm>
              <a:off x="866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20"/>
            <p:cNvSpPr/>
            <p:nvPr/>
          </p:nvSpPr>
          <p:spPr>
            <a:xfrm>
              <a:off x="10227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20"/>
            <p:cNvSpPr/>
            <p:nvPr/>
          </p:nvSpPr>
          <p:spPr>
            <a:xfrm>
              <a:off x="11793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20"/>
            <p:cNvSpPr/>
            <p:nvPr/>
          </p:nvSpPr>
          <p:spPr>
            <a:xfrm>
              <a:off x="13359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20"/>
            <p:cNvSpPr/>
            <p:nvPr/>
          </p:nvSpPr>
          <p:spPr>
            <a:xfrm>
              <a:off x="14925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20"/>
            <p:cNvSpPr/>
            <p:nvPr/>
          </p:nvSpPr>
          <p:spPr>
            <a:xfrm>
              <a:off x="1649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20"/>
            <p:cNvSpPr/>
            <p:nvPr/>
          </p:nvSpPr>
          <p:spPr>
            <a:xfrm>
              <a:off x="866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20"/>
            <p:cNvSpPr/>
            <p:nvPr/>
          </p:nvSpPr>
          <p:spPr>
            <a:xfrm>
              <a:off x="10227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20"/>
            <p:cNvSpPr/>
            <p:nvPr/>
          </p:nvSpPr>
          <p:spPr>
            <a:xfrm>
              <a:off x="11793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20"/>
            <p:cNvSpPr/>
            <p:nvPr/>
          </p:nvSpPr>
          <p:spPr>
            <a:xfrm>
              <a:off x="13359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20"/>
            <p:cNvSpPr/>
            <p:nvPr/>
          </p:nvSpPr>
          <p:spPr>
            <a:xfrm>
              <a:off x="14925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20"/>
            <p:cNvSpPr/>
            <p:nvPr/>
          </p:nvSpPr>
          <p:spPr>
            <a:xfrm>
              <a:off x="1649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83" name="Google Shape;1283;p20"/>
          <p:cNvSpPr/>
          <p:nvPr/>
        </p:nvSpPr>
        <p:spPr>
          <a:xfrm>
            <a:off x="-414775" y="3255900"/>
            <a:ext cx="1186500" cy="1186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20"/>
          <p:cNvSpPr/>
          <p:nvPr/>
        </p:nvSpPr>
        <p:spPr>
          <a:xfrm>
            <a:off x="8408975" y="975277"/>
            <a:ext cx="1322700" cy="1322700"/>
          </a:xfrm>
          <a:prstGeom prst="ellipse">
            <a:avLst/>
          </a:prstGeom>
          <a:solidFill>
            <a:srgbClr val="EFEDDE">
              <a:alpha val="816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20"/>
          <p:cNvSpPr txBox="1"/>
          <p:nvPr>
            <p:ph type="title"/>
          </p:nvPr>
        </p:nvSpPr>
        <p:spPr>
          <a:xfrm>
            <a:off x="1949013" y="1206925"/>
            <a:ext cx="2296800" cy="4590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b="0"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286" name="Google Shape;1286;p20"/>
          <p:cNvSpPr txBox="1"/>
          <p:nvPr>
            <p:ph idx="1" type="subTitle"/>
          </p:nvPr>
        </p:nvSpPr>
        <p:spPr>
          <a:xfrm>
            <a:off x="1949063" y="1544325"/>
            <a:ext cx="2296800" cy="60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87" name="Google Shape;1287;p20"/>
          <p:cNvSpPr txBox="1"/>
          <p:nvPr>
            <p:ph idx="2" type="title"/>
          </p:nvPr>
        </p:nvSpPr>
        <p:spPr>
          <a:xfrm>
            <a:off x="1949013" y="2353351"/>
            <a:ext cx="2296800" cy="4584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b="0"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288" name="Google Shape;1288;p20"/>
          <p:cNvSpPr txBox="1"/>
          <p:nvPr>
            <p:ph idx="3" type="subTitle"/>
          </p:nvPr>
        </p:nvSpPr>
        <p:spPr>
          <a:xfrm>
            <a:off x="1949063" y="2692156"/>
            <a:ext cx="2296800" cy="60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89" name="Google Shape;1289;p20"/>
          <p:cNvSpPr txBox="1"/>
          <p:nvPr>
            <p:ph idx="4" type="title"/>
          </p:nvPr>
        </p:nvSpPr>
        <p:spPr>
          <a:xfrm>
            <a:off x="1949013" y="3502600"/>
            <a:ext cx="2296800" cy="4548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b="0"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290" name="Google Shape;1290;p20"/>
          <p:cNvSpPr txBox="1"/>
          <p:nvPr>
            <p:ph idx="5" type="subTitle"/>
          </p:nvPr>
        </p:nvSpPr>
        <p:spPr>
          <a:xfrm>
            <a:off x="1949063" y="3839988"/>
            <a:ext cx="2296800" cy="60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91" name="Google Shape;1291;p20"/>
          <p:cNvSpPr txBox="1"/>
          <p:nvPr>
            <p:ph idx="6" type="title"/>
          </p:nvPr>
        </p:nvSpPr>
        <p:spPr>
          <a:xfrm>
            <a:off x="5567063" y="1206925"/>
            <a:ext cx="2296800" cy="4590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b="0" sz="24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1292" name="Google Shape;1292;p20"/>
          <p:cNvSpPr txBox="1"/>
          <p:nvPr>
            <p:ph idx="7" type="subTitle"/>
          </p:nvPr>
        </p:nvSpPr>
        <p:spPr>
          <a:xfrm>
            <a:off x="5567063" y="1544325"/>
            <a:ext cx="2296800" cy="60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293" name="Google Shape;1293;p20"/>
          <p:cNvSpPr txBox="1"/>
          <p:nvPr>
            <p:ph idx="8" type="title"/>
          </p:nvPr>
        </p:nvSpPr>
        <p:spPr>
          <a:xfrm>
            <a:off x="5567063" y="2353852"/>
            <a:ext cx="2296800" cy="4584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b="0" sz="24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1294" name="Google Shape;1294;p20"/>
          <p:cNvSpPr txBox="1"/>
          <p:nvPr>
            <p:ph idx="9" type="subTitle"/>
          </p:nvPr>
        </p:nvSpPr>
        <p:spPr>
          <a:xfrm>
            <a:off x="5567063" y="2692156"/>
            <a:ext cx="2296800" cy="60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295" name="Google Shape;1295;p20"/>
          <p:cNvSpPr txBox="1"/>
          <p:nvPr>
            <p:ph idx="13" type="title"/>
          </p:nvPr>
        </p:nvSpPr>
        <p:spPr>
          <a:xfrm>
            <a:off x="5567063" y="3506230"/>
            <a:ext cx="2296800" cy="4548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b="0" sz="24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1296" name="Google Shape;1296;p20"/>
          <p:cNvSpPr txBox="1"/>
          <p:nvPr>
            <p:ph idx="14" type="subTitle"/>
          </p:nvPr>
        </p:nvSpPr>
        <p:spPr>
          <a:xfrm>
            <a:off x="5567063" y="3839988"/>
            <a:ext cx="2296800" cy="60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297" name="Google Shape;1297;p20"/>
          <p:cNvSpPr txBox="1"/>
          <p:nvPr>
            <p:ph idx="15" type="title"/>
          </p:nvPr>
        </p:nvSpPr>
        <p:spPr>
          <a:xfrm>
            <a:off x="720000" y="457200"/>
            <a:ext cx="7704000" cy="571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600"/>
              <a:buNone/>
              <a:defRPr b="0" sz="32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298" name="Google Shape;1298;p20"/>
          <p:cNvSpPr txBox="1"/>
          <p:nvPr>
            <p:ph idx="12" type="sldNum"/>
          </p:nvPr>
        </p:nvSpPr>
        <p:spPr>
          <a:xfrm>
            <a:off x="8250500" y="4608500"/>
            <a:ext cx="695100" cy="279300"/>
          </a:xfrm>
          <a:prstGeom prst="rect">
            <a:avLst/>
          </a:prstGeom>
        </p:spPr>
        <p:txBody>
          <a:bodyPr anchorCtr="0" anchor="ctr" bIns="91425" lIns="91425" spcFirstLastPara="1" rIns="91425" wrap="square" tIns="91425">
            <a:noAutofit/>
          </a:bodyPr>
          <a:lstStyle>
            <a:lvl1pPr lvl="0" rtl="0" algn="ctr">
              <a:buNone/>
              <a:defRPr b="1" sz="1900">
                <a:solidFill>
                  <a:schemeClr val="lt1"/>
                </a:solidFill>
                <a:latin typeface="Bebas Neue"/>
                <a:ea typeface="Bebas Neue"/>
                <a:cs typeface="Bebas Neue"/>
                <a:sym typeface="Bebas Neue"/>
              </a:defRPr>
            </a:lvl1pPr>
            <a:lvl2pPr lvl="1" rtl="0" algn="ctr">
              <a:buNone/>
              <a:defRPr b="1" sz="1900">
                <a:solidFill>
                  <a:schemeClr val="lt1"/>
                </a:solidFill>
                <a:latin typeface="Bebas Neue"/>
                <a:ea typeface="Bebas Neue"/>
                <a:cs typeface="Bebas Neue"/>
                <a:sym typeface="Bebas Neue"/>
              </a:defRPr>
            </a:lvl2pPr>
            <a:lvl3pPr lvl="2" rtl="0" algn="ctr">
              <a:buNone/>
              <a:defRPr b="1" sz="1900">
                <a:solidFill>
                  <a:schemeClr val="lt1"/>
                </a:solidFill>
                <a:latin typeface="Bebas Neue"/>
                <a:ea typeface="Bebas Neue"/>
                <a:cs typeface="Bebas Neue"/>
                <a:sym typeface="Bebas Neue"/>
              </a:defRPr>
            </a:lvl3pPr>
            <a:lvl4pPr lvl="3" rtl="0" algn="ctr">
              <a:buNone/>
              <a:defRPr b="1" sz="1900">
                <a:solidFill>
                  <a:schemeClr val="lt1"/>
                </a:solidFill>
                <a:latin typeface="Bebas Neue"/>
                <a:ea typeface="Bebas Neue"/>
                <a:cs typeface="Bebas Neue"/>
                <a:sym typeface="Bebas Neue"/>
              </a:defRPr>
            </a:lvl4pPr>
            <a:lvl5pPr lvl="4" rtl="0" algn="ctr">
              <a:buNone/>
              <a:defRPr b="1" sz="1900">
                <a:solidFill>
                  <a:schemeClr val="lt1"/>
                </a:solidFill>
                <a:latin typeface="Bebas Neue"/>
                <a:ea typeface="Bebas Neue"/>
                <a:cs typeface="Bebas Neue"/>
                <a:sym typeface="Bebas Neue"/>
              </a:defRPr>
            </a:lvl5pPr>
            <a:lvl6pPr lvl="5" rtl="0" algn="ctr">
              <a:buNone/>
              <a:defRPr b="1" sz="1900">
                <a:solidFill>
                  <a:schemeClr val="lt1"/>
                </a:solidFill>
                <a:latin typeface="Bebas Neue"/>
                <a:ea typeface="Bebas Neue"/>
                <a:cs typeface="Bebas Neue"/>
                <a:sym typeface="Bebas Neue"/>
              </a:defRPr>
            </a:lvl6pPr>
            <a:lvl7pPr lvl="6" rtl="0" algn="ctr">
              <a:buNone/>
              <a:defRPr b="1" sz="1900">
                <a:solidFill>
                  <a:schemeClr val="lt1"/>
                </a:solidFill>
                <a:latin typeface="Bebas Neue"/>
                <a:ea typeface="Bebas Neue"/>
                <a:cs typeface="Bebas Neue"/>
                <a:sym typeface="Bebas Neue"/>
              </a:defRPr>
            </a:lvl7pPr>
            <a:lvl8pPr lvl="7" rtl="0" algn="ctr">
              <a:buNone/>
              <a:defRPr b="1" sz="1900">
                <a:solidFill>
                  <a:schemeClr val="lt1"/>
                </a:solidFill>
                <a:latin typeface="Bebas Neue"/>
                <a:ea typeface="Bebas Neue"/>
                <a:cs typeface="Bebas Neue"/>
                <a:sym typeface="Bebas Neue"/>
              </a:defRPr>
            </a:lvl8pPr>
            <a:lvl9pPr lvl="8" rtl="0" algn="ctr">
              <a:buNone/>
              <a:defRPr b="1" sz="1900">
                <a:solidFill>
                  <a:schemeClr val="lt1"/>
                </a:solidFill>
                <a:latin typeface="Bebas Neue"/>
                <a:ea typeface="Bebas Neue"/>
                <a:cs typeface="Bebas Neue"/>
                <a:sym typeface="Bebas Neue"/>
              </a:defRPr>
            </a:lvl9pPr>
          </a:lstStyle>
          <a:p>
            <a:pPr indent="0" lvl="0" marL="0" rtl="0" algn="ctr">
              <a:spcBef>
                <a:spcPts val="0"/>
              </a:spcBef>
              <a:spcAft>
                <a:spcPts val="0"/>
              </a:spcAft>
              <a:buNone/>
            </a:pPr>
            <a:fld id="{00000000-1234-1234-1234-123412341234}" type="slidenum">
              <a:rPr lang="en"/>
              <a:t>‹#›</a:t>
            </a:fld>
            <a:endParaRPr/>
          </a:p>
        </p:txBody>
      </p:sp>
      <p:pic>
        <p:nvPicPr>
          <p:cNvPr id="9001" name="RUG logo"/>
          <p:cNvPicPr>
            <a:picLocks noChangeAspect="1"/>
          </p:cNvPicPr>
          <p:nvPr/>
        </p:nvPicPr>
        <p:blipFill>
          <a:blip r:embed="rId3"/>
          <a:stretch>
            <a:fillRect/>
          </a:stretch>
        </p:blipFill>
        <p:spPr>
          <a:xfrm>
            <a:off x="7498080" y="182880"/>
            <a:ext cx="1234440" cy="289865"/>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_1">
    <p:spTree>
      <p:nvGrpSpPr>
        <p:cNvPr id="1299" name="Shape 1299"/>
        <p:cNvGrpSpPr/>
        <p:nvPr/>
      </p:nvGrpSpPr>
      <p:grpSpPr>
        <a:xfrm>
          <a:off x="0" y="0"/>
          <a:ext cx="0" cy="0"/>
          <a:chOff x="0" y="0"/>
          <a:chExt cx="0" cy="0"/>
        </a:xfrm>
      </p:grpSpPr>
      <p:pic>
        <p:nvPicPr>
          <p:cNvPr id="1300" name="Google Shape;1300;p21"/>
          <p:cNvPicPr preferRelativeResize="0"/>
          <p:nvPr/>
        </p:nvPicPr>
        <p:blipFill rotWithShape="1">
          <a:blip r:embed="rId2">
            <a:alphaModFix amt="22000"/>
          </a:blip>
          <a:srcRect b="0" l="0" r="0" t="0"/>
          <a:stretch/>
        </p:blipFill>
        <p:spPr>
          <a:xfrm>
            <a:off x="25" y="0"/>
            <a:ext cx="9144003" cy="5143501"/>
          </a:xfrm>
          <a:prstGeom prst="rect">
            <a:avLst/>
          </a:prstGeom>
          <a:noFill/>
          <a:ln>
            <a:noFill/>
          </a:ln>
        </p:spPr>
      </p:pic>
      <p:sp>
        <p:nvSpPr>
          <p:cNvPr id="1301" name="Google Shape;1301;p21"/>
          <p:cNvSpPr txBox="1"/>
          <p:nvPr>
            <p:ph hasCustomPrompt="1" type="title"/>
          </p:nvPr>
        </p:nvSpPr>
        <p:spPr>
          <a:xfrm>
            <a:off x="4102175" y="591075"/>
            <a:ext cx="4306800" cy="7689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6000"/>
              <a:buNone/>
              <a:defRPr i="1" sz="67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302" name="Google Shape;1302;p21"/>
          <p:cNvSpPr txBox="1"/>
          <p:nvPr>
            <p:ph idx="1" type="subTitle"/>
          </p:nvPr>
        </p:nvSpPr>
        <p:spPr>
          <a:xfrm>
            <a:off x="4102175" y="1341700"/>
            <a:ext cx="4306800" cy="395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1303" name="Google Shape;1303;p21"/>
          <p:cNvSpPr txBox="1"/>
          <p:nvPr>
            <p:ph hasCustomPrompt="1" idx="2" type="title"/>
          </p:nvPr>
        </p:nvSpPr>
        <p:spPr>
          <a:xfrm>
            <a:off x="4102175" y="1998725"/>
            <a:ext cx="4306800" cy="7689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6000"/>
              <a:buNone/>
              <a:defRPr i="1" sz="67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304" name="Google Shape;1304;p21"/>
          <p:cNvSpPr txBox="1"/>
          <p:nvPr>
            <p:ph idx="3" type="subTitle"/>
          </p:nvPr>
        </p:nvSpPr>
        <p:spPr>
          <a:xfrm>
            <a:off x="4102175" y="2749350"/>
            <a:ext cx="4306800" cy="395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1305" name="Google Shape;1305;p21"/>
          <p:cNvSpPr txBox="1"/>
          <p:nvPr>
            <p:ph hasCustomPrompt="1" idx="4" type="title"/>
          </p:nvPr>
        </p:nvSpPr>
        <p:spPr>
          <a:xfrm>
            <a:off x="4102175" y="3406375"/>
            <a:ext cx="4306800" cy="7689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6000"/>
              <a:buNone/>
              <a:defRPr i="1" sz="67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306" name="Google Shape;1306;p21"/>
          <p:cNvSpPr txBox="1"/>
          <p:nvPr>
            <p:ph idx="5" type="subTitle"/>
          </p:nvPr>
        </p:nvSpPr>
        <p:spPr>
          <a:xfrm>
            <a:off x="4102175" y="4157000"/>
            <a:ext cx="4306800" cy="395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1307" name="Google Shape;1307;p21"/>
          <p:cNvSpPr/>
          <p:nvPr/>
        </p:nvSpPr>
        <p:spPr>
          <a:xfrm>
            <a:off x="190500" y="190500"/>
            <a:ext cx="8759700" cy="4762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21"/>
          <p:cNvSpPr txBox="1"/>
          <p:nvPr>
            <p:ph idx="12" type="sldNum"/>
          </p:nvPr>
        </p:nvSpPr>
        <p:spPr>
          <a:xfrm>
            <a:off x="8250500" y="4608500"/>
            <a:ext cx="695100" cy="279300"/>
          </a:xfrm>
          <a:prstGeom prst="rect">
            <a:avLst/>
          </a:prstGeom>
        </p:spPr>
        <p:txBody>
          <a:bodyPr anchorCtr="0" anchor="ctr" bIns="91425" lIns="91425" spcFirstLastPara="1" rIns="91425" wrap="square" tIns="91425">
            <a:noAutofit/>
          </a:bodyPr>
          <a:lstStyle>
            <a:lvl1pPr lvl="0" rtl="0" algn="ctr">
              <a:buNone/>
              <a:defRPr b="1" sz="1900">
                <a:solidFill>
                  <a:schemeClr val="lt1"/>
                </a:solidFill>
                <a:latin typeface="Bebas Neue"/>
                <a:ea typeface="Bebas Neue"/>
                <a:cs typeface="Bebas Neue"/>
                <a:sym typeface="Bebas Neue"/>
              </a:defRPr>
            </a:lvl1pPr>
            <a:lvl2pPr lvl="1" rtl="0" algn="ctr">
              <a:buNone/>
              <a:defRPr b="1" sz="1900">
                <a:solidFill>
                  <a:schemeClr val="lt1"/>
                </a:solidFill>
                <a:latin typeface="Bebas Neue"/>
                <a:ea typeface="Bebas Neue"/>
                <a:cs typeface="Bebas Neue"/>
                <a:sym typeface="Bebas Neue"/>
              </a:defRPr>
            </a:lvl2pPr>
            <a:lvl3pPr lvl="2" rtl="0" algn="ctr">
              <a:buNone/>
              <a:defRPr b="1" sz="1900">
                <a:solidFill>
                  <a:schemeClr val="lt1"/>
                </a:solidFill>
                <a:latin typeface="Bebas Neue"/>
                <a:ea typeface="Bebas Neue"/>
                <a:cs typeface="Bebas Neue"/>
                <a:sym typeface="Bebas Neue"/>
              </a:defRPr>
            </a:lvl3pPr>
            <a:lvl4pPr lvl="3" rtl="0" algn="ctr">
              <a:buNone/>
              <a:defRPr b="1" sz="1900">
                <a:solidFill>
                  <a:schemeClr val="lt1"/>
                </a:solidFill>
                <a:latin typeface="Bebas Neue"/>
                <a:ea typeface="Bebas Neue"/>
                <a:cs typeface="Bebas Neue"/>
                <a:sym typeface="Bebas Neue"/>
              </a:defRPr>
            </a:lvl4pPr>
            <a:lvl5pPr lvl="4" rtl="0" algn="ctr">
              <a:buNone/>
              <a:defRPr b="1" sz="1900">
                <a:solidFill>
                  <a:schemeClr val="lt1"/>
                </a:solidFill>
                <a:latin typeface="Bebas Neue"/>
                <a:ea typeface="Bebas Neue"/>
                <a:cs typeface="Bebas Neue"/>
                <a:sym typeface="Bebas Neue"/>
              </a:defRPr>
            </a:lvl5pPr>
            <a:lvl6pPr lvl="5" rtl="0" algn="ctr">
              <a:buNone/>
              <a:defRPr b="1" sz="1900">
                <a:solidFill>
                  <a:schemeClr val="lt1"/>
                </a:solidFill>
                <a:latin typeface="Bebas Neue"/>
                <a:ea typeface="Bebas Neue"/>
                <a:cs typeface="Bebas Neue"/>
                <a:sym typeface="Bebas Neue"/>
              </a:defRPr>
            </a:lvl6pPr>
            <a:lvl7pPr lvl="6" rtl="0" algn="ctr">
              <a:buNone/>
              <a:defRPr b="1" sz="1900">
                <a:solidFill>
                  <a:schemeClr val="lt1"/>
                </a:solidFill>
                <a:latin typeface="Bebas Neue"/>
                <a:ea typeface="Bebas Neue"/>
                <a:cs typeface="Bebas Neue"/>
                <a:sym typeface="Bebas Neue"/>
              </a:defRPr>
            </a:lvl7pPr>
            <a:lvl8pPr lvl="7" rtl="0" algn="ctr">
              <a:buNone/>
              <a:defRPr b="1" sz="1900">
                <a:solidFill>
                  <a:schemeClr val="lt1"/>
                </a:solidFill>
                <a:latin typeface="Bebas Neue"/>
                <a:ea typeface="Bebas Neue"/>
                <a:cs typeface="Bebas Neue"/>
                <a:sym typeface="Bebas Neue"/>
              </a:defRPr>
            </a:lvl8pPr>
            <a:lvl9pPr lvl="8" rtl="0" algn="ctr">
              <a:buNone/>
              <a:defRPr b="1" sz="1900">
                <a:solidFill>
                  <a:schemeClr val="lt1"/>
                </a:solidFill>
                <a:latin typeface="Bebas Neue"/>
                <a:ea typeface="Bebas Neue"/>
                <a:cs typeface="Bebas Neue"/>
                <a:sym typeface="Bebas Neue"/>
              </a:defRPr>
            </a:lvl9pPr>
          </a:lstStyle>
          <a:p>
            <a:pPr indent="0" lvl="0" marL="0" rtl="0" algn="ctr">
              <a:spcBef>
                <a:spcPts val="0"/>
              </a:spcBef>
              <a:spcAft>
                <a:spcPts val="0"/>
              </a:spcAft>
              <a:buNone/>
            </a:pPr>
            <a:fld id="{00000000-1234-1234-1234-123412341234}" type="slidenum">
              <a:rPr lang="en"/>
              <a:t>‹#›</a:t>
            </a:fld>
            <a:endParaRPr/>
          </a:p>
        </p:txBody>
      </p:sp>
      <p:sp>
        <p:nvSpPr>
          <p:cNvPr id="1309" name="Google Shape;1309;p21"/>
          <p:cNvSpPr/>
          <p:nvPr>
            <p:ph idx="6" type="pic"/>
          </p:nvPr>
        </p:nvSpPr>
        <p:spPr>
          <a:xfrm flipH="1">
            <a:off x="1034125" y="535050"/>
            <a:ext cx="3256500" cy="4073400"/>
          </a:xfrm>
          <a:prstGeom prst="rect">
            <a:avLst/>
          </a:prstGeom>
          <a:noFill/>
          <a:ln>
            <a:noFill/>
          </a:ln>
        </p:spPr>
      </p:sp>
      <p:grpSp>
        <p:nvGrpSpPr>
          <p:cNvPr id="1310" name="Google Shape;1310;p21"/>
          <p:cNvGrpSpPr/>
          <p:nvPr/>
        </p:nvGrpSpPr>
        <p:grpSpPr>
          <a:xfrm flipH="1" rot="10800000">
            <a:off x="-63475" y="580000"/>
            <a:ext cx="817800" cy="841338"/>
            <a:chOff x="866125" y="3600675"/>
            <a:chExt cx="817800" cy="841338"/>
          </a:xfrm>
        </p:grpSpPr>
        <p:sp>
          <p:nvSpPr>
            <p:cNvPr id="1311" name="Google Shape;1311;p21"/>
            <p:cNvSpPr/>
            <p:nvPr/>
          </p:nvSpPr>
          <p:spPr>
            <a:xfrm>
              <a:off x="866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21"/>
            <p:cNvSpPr/>
            <p:nvPr/>
          </p:nvSpPr>
          <p:spPr>
            <a:xfrm>
              <a:off x="10227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21"/>
            <p:cNvSpPr/>
            <p:nvPr/>
          </p:nvSpPr>
          <p:spPr>
            <a:xfrm>
              <a:off x="11793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21"/>
            <p:cNvSpPr/>
            <p:nvPr/>
          </p:nvSpPr>
          <p:spPr>
            <a:xfrm>
              <a:off x="13359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21"/>
            <p:cNvSpPr/>
            <p:nvPr/>
          </p:nvSpPr>
          <p:spPr>
            <a:xfrm>
              <a:off x="14925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21"/>
            <p:cNvSpPr/>
            <p:nvPr/>
          </p:nvSpPr>
          <p:spPr>
            <a:xfrm>
              <a:off x="1649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21"/>
            <p:cNvSpPr/>
            <p:nvPr/>
          </p:nvSpPr>
          <p:spPr>
            <a:xfrm>
              <a:off x="866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21"/>
            <p:cNvSpPr/>
            <p:nvPr/>
          </p:nvSpPr>
          <p:spPr>
            <a:xfrm>
              <a:off x="10227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21"/>
            <p:cNvSpPr/>
            <p:nvPr/>
          </p:nvSpPr>
          <p:spPr>
            <a:xfrm>
              <a:off x="11793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21"/>
            <p:cNvSpPr/>
            <p:nvPr/>
          </p:nvSpPr>
          <p:spPr>
            <a:xfrm>
              <a:off x="13359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21"/>
            <p:cNvSpPr/>
            <p:nvPr/>
          </p:nvSpPr>
          <p:spPr>
            <a:xfrm>
              <a:off x="14925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21"/>
            <p:cNvSpPr/>
            <p:nvPr/>
          </p:nvSpPr>
          <p:spPr>
            <a:xfrm>
              <a:off x="1649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21"/>
            <p:cNvSpPr/>
            <p:nvPr/>
          </p:nvSpPr>
          <p:spPr>
            <a:xfrm>
              <a:off x="866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21"/>
            <p:cNvSpPr/>
            <p:nvPr/>
          </p:nvSpPr>
          <p:spPr>
            <a:xfrm>
              <a:off x="10227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21"/>
            <p:cNvSpPr/>
            <p:nvPr/>
          </p:nvSpPr>
          <p:spPr>
            <a:xfrm>
              <a:off x="11793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21"/>
            <p:cNvSpPr/>
            <p:nvPr/>
          </p:nvSpPr>
          <p:spPr>
            <a:xfrm>
              <a:off x="13359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21"/>
            <p:cNvSpPr/>
            <p:nvPr/>
          </p:nvSpPr>
          <p:spPr>
            <a:xfrm>
              <a:off x="14925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21"/>
            <p:cNvSpPr/>
            <p:nvPr/>
          </p:nvSpPr>
          <p:spPr>
            <a:xfrm>
              <a:off x="1649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21"/>
            <p:cNvSpPr/>
            <p:nvPr/>
          </p:nvSpPr>
          <p:spPr>
            <a:xfrm>
              <a:off x="866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21"/>
            <p:cNvSpPr/>
            <p:nvPr/>
          </p:nvSpPr>
          <p:spPr>
            <a:xfrm>
              <a:off x="10227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21"/>
            <p:cNvSpPr/>
            <p:nvPr/>
          </p:nvSpPr>
          <p:spPr>
            <a:xfrm>
              <a:off x="11793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21"/>
            <p:cNvSpPr/>
            <p:nvPr/>
          </p:nvSpPr>
          <p:spPr>
            <a:xfrm>
              <a:off x="13359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21"/>
            <p:cNvSpPr/>
            <p:nvPr/>
          </p:nvSpPr>
          <p:spPr>
            <a:xfrm>
              <a:off x="14925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21"/>
            <p:cNvSpPr/>
            <p:nvPr/>
          </p:nvSpPr>
          <p:spPr>
            <a:xfrm>
              <a:off x="1649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21"/>
            <p:cNvSpPr/>
            <p:nvPr/>
          </p:nvSpPr>
          <p:spPr>
            <a:xfrm>
              <a:off x="866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21"/>
            <p:cNvSpPr/>
            <p:nvPr/>
          </p:nvSpPr>
          <p:spPr>
            <a:xfrm>
              <a:off x="10227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21"/>
            <p:cNvSpPr/>
            <p:nvPr/>
          </p:nvSpPr>
          <p:spPr>
            <a:xfrm>
              <a:off x="11793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21"/>
            <p:cNvSpPr/>
            <p:nvPr/>
          </p:nvSpPr>
          <p:spPr>
            <a:xfrm>
              <a:off x="13359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21"/>
            <p:cNvSpPr/>
            <p:nvPr/>
          </p:nvSpPr>
          <p:spPr>
            <a:xfrm>
              <a:off x="14925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21"/>
            <p:cNvSpPr/>
            <p:nvPr/>
          </p:nvSpPr>
          <p:spPr>
            <a:xfrm>
              <a:off x="1649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1" name="Google Shape;1341;p21"/>
          <p:cNvGrpSpPr/>
          <p:nvPr/>
        </p:nvGrpSpPr>
        <p:grpSpPr>
          <a:xfrm flipH="1" rot="10800000">
            <a:off x="8516750" y="3661175"/>
            <a:ext cx="817800" cy="841338"/>
            <a:chOff x="866125" y="3600675"/>
            <a:chExt cx="817800" cy="841338"/>
          </a:xfrm>
        </p:grpSpPr>
        <p:sp>
          <p:nvSpPr>
            <p:cNvPr id="1342" name="Google Shape;1342;p21"/>
            <p:cNvSpPr/>
            <p:nvPr/>
          </p:nvSpPr>
          <p:spPr>
            <a:xfrm>
              <a:off x="866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21"/>
            <p:cNvSpPr/>
            <p:nvPr/>
          </p:nvSpPr>
          <p:spPr>
            <a:xfrm>
              <a:off x="10227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21"/>
            <p:cNvSpPr/>
            <p:nvPr/>
          </p:nvSpPr>
          <p:spPr>
            <a:xfrm>
              <a:off x="11793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21"/>
            <p:cNvSpPr/>
            <p:nvPr/>
          </p:nvSpPr>
          <p:spPr>
            <a:xfrm>
              <a:off x="13359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21"/>
            <p:cNvSpPr/>
            <p:nvPr/>
          </p:nvSpPr>
          <p:spPr>
            <a:xfrm>
              <a:off x="14925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21"/>
            <p:cNvSpPr/>
            <p:nvPr/>
          </p:nvSpPr>
          <p:spPr>
            <a:xfrm>
              <a:off x="1649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21"/>
            <p:cNvSpPr/>
            <p:nvPr/>
          </p:nvSpPr>
          <p:spPr>
            <a:xfrm>
              <a:off x="866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21"/>
            <p:cNvSpPr/>
            <p:nvPr/>
          </p:nvSpPr>
          <p:spPr>
            <a:xfrm>
              <a:off x="10227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21"/>
            <p:cNvSpPr/>
            <p:nvPr/>
          </p:nvSpPr>
          <p:spPr>
            <a:xfrm>
              <a:off x="11793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21"/>
            <p:cNvSpPr/>
            <p:nvPr/>
          </p:nvSpPr>
          <p:spPr>
            <a:xfrm>
              <a:off x="13359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21"/>
            <p:cNvSpPr/>
            <p:nvPr/>
          </p:nvSpPr>
          <p:spPr>
            <a:xfrm>
              <a:off x="14925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21"/>
            <p:cNvSpPr/>
            <p:nvPr/>
          </p:nvSpPr>
          <p:spPr>
            <a:xfrm>
              <a:off x="1649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21"/>
            <p:cNvSpPr/>
            <p:nvPr/>
          </p:nvSpPr>
          <p:spPr>
            <a:xfrm>
              <a:off x="866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21"/>
            <p:cNvSpPr/>
            <p:nvPr/>
          </p:nvSpPr>
          <p:spPr>
            <a:xfrm>
              <a:off x="10227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21"/>
            <p:cNvSpPr/>
            <p:nvPr/>
          </p:nvSpPr>
          <p:spPr>
            <a:xfrm>
              <a:off x="11793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21"/>
            <p:cNvSpPr/>
            <p:nvPr/>
          </p:nvSpPr>
          <p:spPr>
            <a:xfrm>
              <a:off x="13359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21"/>
            <p:cNvSpPr/>
            <p:nvPr/>
          </p:nvSpPr>
          <p:spPr>
            <a:xfrm>
              <a:off x="14925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21"/>
            <p:cNvSpPr/>
            <p:nvPr/>
          </p:nvSpPr>
          <p:spPr>
            <a:xfrm>
              <a:off x="1649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21"/>
            <p:cNvSpPr/>
            <p:nvPr/>
          </p:nvSpPr>
          <p:spPr>
            <a:xfrm>
              <a:off x="866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21"/>
            <p:cNvSpPr/>
            <p:nvPr/>
          </p:nvSpPr>
          <p:spPr>
            <a:xfrm>
              <a:off x="10227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21"/>
            <p:cNvSpPr/>
            <p:nvPr/>
          </p:nvSpPr>
          <p:spPr>
            <a:xfrm>
              <a:off x="11793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21"/>
            <p:cNvSpPr/>
            <p:nvPr/>
          </p:nvSpPr>
          <p:spPr>
            <a:xfrm>
              <a:off x="13359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21"/>
            <p:cNvSpPr/>
            <p:nvPr/>
          </p:nvSpPr>
          <p:spPr>
            <a:xfrm>
              <a:off x="14925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21"/>
            <p:cNvSpPr/>
            <p:nvPr/>
          </p:nvSpPr>
          <p:spPr>
            <a:xfrm>
              <a:off x="1649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21"/>
            <p:cNvSpPr/>
            <p:nvPr/>
          </p:nvSpPr>
          <p:spPr>
            <a:xfrm>
              <a:off x="866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21"/>
            <p:cNvSpPr/>
            <p:nvPr/>
          </p:nvSpPr>
          <p:spPr>
            <a:xfrm>
              <a:off x="10227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21"/>
            <p:cNvSpPr/>
            <p:nvPr/>
          </p:nvSpPr>
          <p:spPr>
            <a:xfrm>
              <a:off x="11793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21"/>
            <p:cNvSpPr/>
            <p:nvPr/>
          </p:nvSpPr>
          <p:spPr>
            <a:xfrm>
              <a:off x="13359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21"/>
            <p:cNvSpPr/>
            <p:nvPr/>
          </p:nvSpPr>
          <p:spPr>
            <a:xfrm>
              <a:off x="14925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21"/>
            <p:cNvSpPr/>
            <p:nvPr/>
          </p:nvSpPr>
          <p:spPr>
            <a:xfrm>
              <a:off x="1649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72" name="Google Shape;1372;p21"/>
          <p:cNvGrpSpPr/>
          <p:nvPr/>
        </p:nvGrpSpPr>
        <p:grpSpPr>
          <a:xfrm flipH="1" rot="10800000">
            <a:off x="8516750" y="2672150"/>
            <a:ext cx="817800" cy="841338"/>
            <a:chOff x="866125" y="3600675"/>
            <a:chExt cx="817800" cy="841338"/>
          </a:xfrm>
        </p:grpSpPr>
        <p:sp>
          <p:nvSpPr>
            <p:cNvPr id="1373" name="Google Shape;1373;p21"/>
            <p:cNvSpPr/>
            <p:nvPr/>
          </p:nvSpPr>
          <p:spPr>
            <a:xfrm>
              <a:off x="866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21"/>
            <p:cNvSpPr/>
            <p:nvPr/>
          </p:nvSpPr>
          <p:spPr>
            <a:xfrm>
              <a:off x="10227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21"/>
            <p:cNvSpPr/>
            <p:nvPr/>
          </p:nvSpPr>
          <p:spPr>
            <a:xfrm>
              <a:off x="11793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21"/>
            <p:cNvSpPr/>
            <p:nvPr/>
          </p:nvSpPr>
          <p:spPr>
            <a:xfrm>
              <a:off x="13359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21"/>
            <p:cNvSpPr/>
            <p:nvPr/>
          </p:nvSpPr>
          <p:spPr>
            <a:xfrm>
              <a:off x="14925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21"/>
            <p:cNvSpPr/>
            <p:nvPr/>
          </p:nvSpPr>
          <p:spPr>
            <a:xfrm>
              <a:off x="1649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21"/>
            <p:cNvSpPr/>
            <p:nvPr/>
          </p:nvSpPr>
          <p:spPr>
            <a:xfrm>
              <a:off x="866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21"/>
            <p:cNvSpPr/>
            <p:nvPr/>
          </p:nvSpPr>
          <p:spPr>
            <a:xfrm>
              <a:off x="10227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21"/>
            <p:cNvSpPr/>
            <p:nvPr/>
          </p:nvSpPr>
          <p:spPr>
            <a:xfrm>
              <a:off x="11793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21"/>
            <p:cNvSpPr/>
            <p:nvPr/>
          </p:nvSpPr>
          <p:spPr>
            <a:xfrm>
              <a:off x="13359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21"/>
            <p:cNvSpPr/>
            <p:nvPr/>
          </p:nvSpPr>
          <p:spPr>
            <a:xfrm>
              <a:off x="14925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21"/>
            <p:cNvSpPr/>
            <p:nvPr/>
          </p:nvSpPr>
          <p:spPr>
            <a:xfrm>
              <a:off x="1649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21"/>
            <p:cNvSpPr/>
            <p:nvPr/>
          </p:nvSpPr>
          <p:spPr>
            <a:xfrm>
              <a:off x="866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21"/>
            <p:cNvSpPr/>
            <p:nvPr/>
          </p:nvSpPr>
          <p:spPr>
            <a:xfrm>
              <a:off x="10227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21"/>
            <p:cNvSpPr/>
            <p:nvPr/>
          </p:nvSpPr>
          <p:spPr>
            <a:xfrm>
              <a:off x="11793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21"/>
            <p:cNvSpPr/>
            <p:nvPr/>
          </p:nvSpPr>
          <p:spPr>
            <a:xfrm>
              <a:off x="13359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21"/>
            <p:cNvSpPr/>
            <p:nvPr/>
          </p:nvSpPr>
          <p:spPr>
            <a:xfrm>
              <a:off x="14925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21"/>
            <p:cNvSpPr/>
            <p:nvPr/>
          </p:nvSpPr>
          <p:spPr>
            <a:xfrm>
              <a:off x="1649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21"/>
            <p:cNvSpPr/>
            <p:nvPr/>
          </p:nvSpPr>
          <p:spPr>
            <a:xfrm>
              <a:off x="866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21"/>
            <p:cNvSpPr/>
            <p:nvPr/>
          </p:nvSpPr>
          <p:spPr>
            <a:xfrm>
              <a:off x="10227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21"/>
            <p:cNvSpPr/>
            <p:nvPr/>
          </p:nvSpPr>
          <p:spPr>
            <a:xfrm>
              <a:off x="11793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21"/>
            <p:cNvSpPr/>
            <p:nvPr/>
          </p:nvSpPr>
          <p:spPr>
            <a:xfrm>
              <a:off x="13359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21"/>
            <p:cNvSpPr/>
            <p:nvPr/>
          </p:nvSpPr>
          <p:spPr>
            <a:xfrm>
              <a:off x="14925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21"/>
            <p:cNvSpPr/>
            <p:nvPr/>
          </p:nvSpPr>
          <p:spPr>
            <a:xfrm>
              <a:off x="1649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21"/>
            <p:cNvSpPr/>
            <p:nvPr/>
          </p:nvSpPr>
          <p:spPr>
            <a:xfrm>
              <a:off x="866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21"/>
            <p:cNvSpPr/>
            <p:nvPr/>
          </p:nvSpPr>
          <p:spPr>
            <a:xfrm>
              <a:off x="10227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21"/>
            <p:cNvSpPr/>
            <p:nvPr/>
          </p:nvSpPr>
          <p:spPr>
            <a:xfrm>
              <a:off x="11793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21"/>
            <p:cNvSpPr/>
            <p:nvPr/>
          </p:nvSpPr>
          <p:spPr>
            <a:xfrm>
              <a:off x="13359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21"/>
            <p:cNvSpPr/>
            <p:nvPr/>
          </p:nvSpPr>
          <p:spPr>
            <a:xfrm>
              <a:off x="14925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21"/>
            <p:cNvSpPr/>
            <p:nvPr/>
          </p:nvSpPr>
          <p:spPr>
            <a:xfrm>
              <a:off x="1649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9001" name="RUG logo"/>
          <p:cNvPicPr>
            <a:picLocks noChangeAspect="1"/>
          </p:cNvPicPr>
          <p:nvPr/>
        </p:nvPicPr>
        <p:blipFill>
          <a:blip r:embed="rId3"/>
          <a:stretch>
            <a:fillRect/>
          </a:stretch>
        </p:blipFill>
        <p:spPr>
          <a:xfrm>
            <a:off x="7498080" y="182880"/>
            <a:ext cx="1234440" cy="289865"/>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1403" name="Shape 1403"/>
        <p:cNvGrpSpPr/>
        <p:nvPr/>
      </p:nvGrpSpPr>
      <p:grpSpPr>
        <a:xfrm>
          <a:off x="0" y="0"/>
          <a:ext cx="0" cy="0"/>
          <a:chOff x="0" y="0"/>
          <a:chExt cx="0" cy="0"/>
        </a:xfrm>
      </p:grpSpPr>
      <p:pic>
        <p:nvPicPr>
          <p:cNvPr id="1404" name="Google Shape;1404;p22"/>
          <p:cNvPicPr preferRelativeResize="0"/>
          <p:nvPr/>
        </p:nvPicPr>
        <p:blipFill rotWithShape="1">
          <a:blip r:embed="rId2">
            <a:alphaModFix amt="22000"/>
          </a:blip>
          <a:srcRect b="0" l="0" r="0" t="0"/>
          <a:stretch/>
        </p:blipFill>
        <p:spPr>
          <a:xfrm>
            <a:off x="25" y="0"/>
            <a:ext cx="9144003" cy="5143501"/>
          </a:xfrm>
          <a:prstGeom prst="rect">
            <a:avLst/>
          </a:prstGeom>
          <a:noFill/>
          <a:ln>
            <a:noFill/>
          </a:ln>
        </p:spPr>
      </p:pic>
      <p:sp>
        <p:nvSpPr>
          <p:cNvPr id="1405" name="Google Shape;1405;p22"/>
          <p:cNvSpPr/>
          <p:nvPr/>
        </p:nvSpPr>
        <p:spPr>
          <a:xfrm>
            <a:off x="190500" y="190500"/>
            <a:ext cx="8759700" cy="4762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22"/>
          <p:cNvSpPr txBox="1"/>
          <p:nvPr>
            <p:ph type="title"/>
          </p:nvPr>
        </p:nvSpPr>
        <p:spPr>
          <a:xfrm>
            <a:off x="4298025" y="678500"/>
            <a:ext cx="3727500" cy="942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700"/>
              <a:buNone/>
              <a:defRPr b="0" sz="93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407" name="Google Shape;1407;p22"/>
          <p:cNvSpPr txBox="1"/>
          <p:nvPr>
            <p:ph idx="1" type="subTitle"/>
          </p:nvPr>
        </p:nvSpPr>
        <p:spPr>
          <a:xfrm>
            <a:off x="4298013" y="2371350"/>
            <a:ext cx="3727500" cy="988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08" name="Google Shape;1408;p22"/>
          <p:cNvSpPr txBox="1"/>
          <p:nvPr/>
        </p:nvSpPr>
        <p:spPr>
          <a:xfrm>
            <a:off x="4298013" y="3336588"/>
            <a:ext cx="3727500" cy="7524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Barlow"/>
                <a:ea typeface="Barlow"/>
                <a:cs typeface="Barlow"/>
                <a:sym typeface="Barlow"/>
              </a:rPr>
              <a:t>CREDITS: This presentation template was created by </a:t>
            </a:r>
            <a:r>
              <a:rPr b="1" lang="en" sz="1100">
                <a:solidFill>
                  <a:schemeClr val="dk1"/>
                </a:solidFill>
                <a:uFill>
                  <a:noFill/>
                </a:uFill>
                <a:latin typeface="Barlow"/>
                <a:ea typeface="Barlow"/>
                <a:cs typeface="Barlow"/>
                <a:sym typeface="Barlow"/>
                <a:hlinkClick r:id="rId3">
                  <a:extLst>
                    <a:ext uri="{A12FA001-AC4F-418D-AE19-62706E023703}">
                      <ahyp:hlinkClr val="tx"/>
                    </a:ext>
                  </a:extLst>
                </a:hlinkClick>
              </a:rPr>
              <a:t>Slidesgo</a:t>
            </a:r>
            <a:r>
              <a:rPr lang="en" sz="1100">
                <a:solidFill>
                  <a:schemeClr val="dk1"/>
                </a:solidFill>
                <a:latin typeface="Barlow"/>
                <a:ea typeface="Barlow"/>
                <a:cs typeface="Barlow"/>
                <a:sym typeface="Barlow"/>
              </a:rPr>
              <a:t>, including icons by </a:t>
            </a:r>
            <a:r>
              <a:rPr b="1" lang="en" sz="1100">
                <a:solidFill>
                  <a:schemeClr val="dk1"/>
                </a:solidFill>
                <a:uFill>
                  <a:noFill/>
                </a:uFill>
                <a:latin typeface="Barlow"/>
                <a:ea typeface="Barlow"/>
                <a:cs typeface="Barlow"/>
                <a:sym typeface="Barlow"/>
                <a:hlinkClick r:id="rId4">
                  <a:extLst>
                    <a:ext uri="{A12FA001-AC4F-418D-AE19-62706E023703}">
                      <ahyp:hlinkClr val="tx"/>
                    </a:ext>
                  </a:extLst>
                </a:hlinkClick>
              </a:rPr>
              <a:t>Flaticon</a:t>
            </a:r>
            <a:r>
              <a:rPr lang="en" sz="1100">
                <a:solidFill>
                  <a:schemeClr val="dk1"/>
                </a:solidFill>
                <a:latin typeface="Barlow"/>
                <a:ea typeface="Barlow"/>
                <a:cs typeface="Barlow"/>
                <a:sym typeface="Barlow"/>
              </a:rPr>
              <a:t>, and infographics &amp; images by </a:t>
            </a:r>
            <a:r>
              <a:rPr b="1" lang="en" sz="1100">
                <a:solidFill>
                  <a:schemeClr val="dk1"/>
                </a:solidFill>
                <a:uFill>
                  <a:noFill/>
                </a:uFill>
                <a:latin typeface="Barlow"/>
                <a:ea typeface="Barlow"/>
                <a:cs typeface="Barlow"/>
                <a:sym typeface="Barlow"/>
                <a:hlinkClick r:id="rId5">
                  <a:extLst>
                    <a:ext uri="{A12FA001-AC4F-418D-AE19-62706E023703}">
                      <ahyp:hlinkClr val="tx"/>
                    </a:ext>
                  </a:extLst>
                </a:hlinkClick>
              </a:rPr>
              <a:t>Freepik</a:t>
            </a:r>
            <a:endParaRPr b="1" sz="1100">
              <a:solidFill>
                <a:schemeClr val="dk1"/>
              </a:solidFill>
              <a:highlight>
                <a:srgbClr val="DFDEFC"/>
              </a:highlight>
              <a:latin typeface="Barlow"/>
              <a:ea typeface="Barlow"/>
              <a:cs typeface="Barlow"/>
              <a:sym typeface="Barlow"/>
            </a:endParaRPr>
          </a:p>
        </p:txBody>
      </p:sp>
      <p:sp>
        <p:nvSpPr>
          <p:cNvPr id="1409" name="Google Shape;1409;p22"/>
          <p:cNvSpPr txBox="1"/>
          <p:nvPr>
            <p:ph idx="12" type="sldNum"/>
          </p:nvPr>
        </p:nvSpPr>
        <p:spPr>
          <a:xfrm>
            <a:off x="8250500" y="4608500"/>
            <a:ext cx="695100" cy="279300"/>
          </a:xfrm>
          <a:prstGeom prst="rect">
            <a:avLst/>
          </a:prstGeom>
        </p:spPr>
        <p:txBody>
          <a:bodyPr anchorCtr="0" anchor="ctr" bIns="91425" lIns="91425" spcFirstLastPara="1" rIns="91425" wrap="square" tIns="91425">
            <a:noAutofit/>
          </a:bodyPr>
          <a:lstStyle>
            <a:lvl1pPr lvl="0" rtl="0" algn="ctr">
              <a:buNone/>
              <a:defRPr b="1" sz="1900">
                <a:solidFill>
                  <a:schemeClr val="lt1"/>
                </a:solidFill>
                <a:latin typeface="Bebas Neue"/>
                <a:ea typeface="Bebas Neue"/>
                <a:cs typeface="Bebas Neue"/>
                <a:sym typeface="Bebas Neue"/>
              </a:defRPr>
            </a:lvl1pPr>
            <a:lvl2pPr lvl="1" rtl="0" algn="ctr">
              <a:buNone/>
              <a:defRPr b="1" sz="1900">
                <a:solidFill>
                  <a:schemeClr val="lt1"/>
                </a:solidFill>
                <a:latin typeface="Bebas Neue"/>
                <a:ea typeface="Bebas Neue"/>
                <a:cs typeface="Bebas Neue"/>
                <a:sym typeface="Bebas Neue"/>
              </a:defRPr>
            </a:lvl2pPr>
            <a:lvl3pPr lvl="2" rtl="0" algn="ctr">
              <a:buNone/>
              <a:defRPr b="1" sz="1900">
                <a:solidFill>
                  <a:schemeClr val="lt1"/>
                </a:solidFill>
                <a:latin typeface="Bebas Neue"/>
                <a:ea typeface="Bebas Neue"/>
                <a:cs typeface="Bebas Neue"/>
                <a:sym typeface="Bebas Neue"/>
              </a:defRPr>
            </a:lvl3pPr>
            <a:lvl4pPr lvl="3" rtl="0" algn="ctr">
              <a:buNone/>
              <a:defRPr b="1" sz="1900">
                <a:solidFill>
                  <a:schemeClr val="lt1"/>
                </a:solidFill>
                <a:latin typeface="Bebas Neue"/>
                <a:ea typeface="Bebas Neue"/>
                <a:cs typeface="Bebas Neue"/>
                <a:sym typeface="Bebas Neue"/>
              </a:defRPr>
            </a:lvl4pPr>
            <a:lvl5pPr lvl="4" rtl="0" algn="ctr">
              <a:buNone/>
              <a:defRPr b="1" sz="1900">
                <a:solidFill>
                  <a:schemeClr val="lt1"/>
                </a:solidFill>
                <a:latin typeface="Bebas Neue"/>
                <a:ea typeface="Bebas Neue"/>
                <a:cs typeface="Bebas Neue"/>
                <a:sym typeface="Bebas Neue"/>
              </a:defRPr>
            </a:lvl5pPr>
            <a:lvl6pPr lvl="5" rtl="0" algn="ctr">
              <a:buNone/>
              <a:defRPr b="1" sz="1900">
                <a:solidFill>
                  <a:schemeClr val="lt1"/>
                </a:solidFill>
                <a:latin typeface="Bebas Neue"/>
                <a:ea typeface="Bebas Neue"/>
                <a:cs typeface="Bebas Neue"/>
                <a:sym typeface="Bebas Neue"/>
              </a:defRPr>
            </a:lvl6pPr>
            <a:lvl7pPr lvl="6" rtl="0" algn="ctr">
              <a:buNone/>
              <a:defRPr b="1" sz="1900">
                <a:solidFill>
                  <a:schemeClr val="lt1"/>
                </a:solidFill>
                <a:latin typeface="Bebas Neue"/>
                <a:ea typeface="Bebas Neue"/>
                <a:cs typeface="Bebas Neue"/>
                <a:sym typeface="Bebas Neue"/>
              </a:defRPr>
            </a:lvl7pPr>
            <a:lvl8pPr lvl="7" rtl="0" algn="ctr">
              <a:buNone/>
              <a:defRPr b="1" sz="1900">
                <a:solidFill>
                  <a:schemeClr val="lt1"/>
                </a:solidFill>
                <a:latin typeface="Bebas Neue"/>
                <a:ea typeface="Bebas Neue"/>
                <a:cs typeface="Bebas Neue"/>
                <a:sym typeface="Bebas Neue"/>
              </a:defRPr>
            </a:lvl8pPr>
            <a:lvl9pPr lvl="8" rtl="0" algn="ctr">
              <a:buNone/>
              <a:defRPr b="1" sz="1900">
                <a:solidFill>
                  <a:schemeClr val="lt1"/>
                </a:solidFill>
                <a:latin typeface="Bebas Neue"/>
                <a:ea typeface="Bebas Neue"/>
                <a:cs typeface="Bebas Neue"/>
                <a:sym typeface="Bebas Neue"/>
              </a:defRPr>
            </a:lvl9pPr>
          </a:lstStyle>
          <a:p>
            <a:pPr indent="0" lvl="0" marL="0" rtl="0" algn="ctr">
              <a:spcBef>
                <a:spcPts val="0"/>
              </a:spcBef>
              <a:spcAft>
                <a:spcPts val="0"/>
              </a:spcAft>
              <a:buNone/>
            </a:pPr>
            <a:fld id="{00000000-1234-1234-1234-123412341234}" type="slidenum">
              <a:rPr lang="en"/>
              <a:t>‹#›</a:t>
            </a:fld>
            <a:endParaRPr/>
          </a:p>
        </p:txBody>
      </p:sp>
      <p:sp>
        <p:nvSpPr>
          <p:cNvPr id="1410" name="Google Shape;1410;p22"/>
          <p:cNvSpPr/>
          <p:nvPr>
            <p:ph idx="2" type="pic"/>
          </p:nvPr>
        </p:nvSpPr>
        <p:spPr>
          <a:xfrm flipH="1">
            <a:off x="886300" y="679950"/>
            <a:ext cx="3171300" cy="3799800"/>
          </a:xfrm>
          <a:prstGeom prst="rect">
            <a:avLst/>
          </a:prstGeom>
          <a:noFill/>
          <a:ln>
            <a:noFill/>
          </a:ln>
        </p:spPr>
      </p:sp>
      <p:grpSp>
        <p:nvGrpSpPr>
          <p:cNvPr id="1411" name="Google Shape;1411;p22"/>
          <p:cNvGrpSpPr/>
          <p:nvPr/>
        </p:nvGrpSpPr>
        <p:grpSpPr>
          <a:xfrm>
            <a:off x="8053350" y="779425"/>
            <a:ext cx="1757750" cy="841338"/>
            <a:chOff x="-73825" y="3600675"/>
            <a:chExt cx="1757750" cy="841338"/>
          </a:xfrm>
        </p:grpSpPr>
        <p:grpSp>
          <p:nvGrpSpPr>
            <p:cNvPr id="1412" name="Google Shape;1412;p22"/>
            <p:cNvGrpSpPr/>
            <p:nvPr/>
          </p:nvGrpSpPr>
          <p:grpSpPr>
            <a:xfrm>
              <a:off x="866125" y="3600675"/>
              <a:ext cx="817800" cy="841338"/>
              <a:chOff x="866125" y="3600675"/>
              <a:chExt cx="817800" cy="841338"/>
            </a:xfrm>
          </p:grpSpPr>
          <p:sp>
            <p:nvSpPr>
              <p:cNvPr id="1413" name="Google Shape;1413;p22"/>
              <p:cNvSpPr/>
              <p:nvPr/>
            </p:nvSpPr>
            <p:spPr>
              <a:xfrm>
                <a:off x="866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22"/>
              <p:cNvSpPr/>
              <p:nvPr/>
            </p:nvSpPr>
            <p:spPr>
              <a:xfrm>
                <a:off x="10227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22"/>
              <p:cNvSpPr/>
              <p:nvPr/>
            </p:nvSpPr>
            <p:spPr>
              <a:xfrm>
                <a:off x="11793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22"/>
              <p:cNvSpPr/>
              <p:nvPr/>
            </p:nvSpPr>
            <p:spPr>
              <a:xfrm>
                <a:off x="13359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22"/>
              <p:cNvSpPr/>
              <p:nvPr/>
            </p:nvSpPr>
            <p:spPr>
              <a:xfrm>
                <a:off x="14925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22"/>
              <p:cNvSpPr/>
              <p:nvPr/>
            </p:nvSpPr>
            <p:spPr>
              <a:xfrm>
                <a:off x="1649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22"/>
              <p:cNvSpPr/>
              <p:nvPr/>
            </p:nvSpPr>
            <p:spPr>
              <a:xfrm>
                <a:off x="866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22"/>
              <p:cNvSpPr/>
              <p:nvPr/>
            </p:nvSpPr>
            <p:spPr>
              <a:xfrm>
                <a:off x="10227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22"/>
              <p:cNvSpPr/>
              <p:nvPr/>
            </p:nvSpPr>
            <p:spPr>
              <a:xfrm>
                <a:off x="11793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22"/>
              <p:cNvSpPr/>
              <p:nvPr/>
            </p:nvSpPr>
            <p:spPr>
              <a:xfrm>
                <a:off x="13359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22"/>
              <p:cNvSpPr/>
              <p:nvPr/>
            </p:nvSpPr>
            <p:spPr>
              <a:xfrm>
                <a:off x="14925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22"/>
              <p:cNvSpPr/>
              <p:nvPr/>
            </p:nvSpPr>
            <p:spPr>
              <a:xfrm>
                <a:off x="1649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22"/>
              <p:cNvSpPr/>
              <p:nvPr/>
            </p:nvSpPr>
            <p:spPr>
              <a:xfrm>
                <a:off x="866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22"/>
              <p:cNvSpPr/>
              <p:nvPr/>
            </p:nvSpPr>
            <p:spPr>
              <a:xfrm>
                <a:off x="10227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22"/>
              <p:cNvSpPr/>
              <p:nvPr/>
            </p:nvSpPr>
            <p:spPr>
              <a:xfrm>
                <a:off x="11793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22"/>
              <p:cNvSpPr/>
              <p:nvPr/>
            </p:nvSpPr>
            <p:spPr>
              <a:xfrm>
                <a:off x="13359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22"/>
              <p:cNvSpPr/>
              <p:nvPr/>
            </p:nvSpPr>
            <p:spPr>
              <a:xfrm>
                <a:off x="14925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22"/>
              <p:cNvSpPr/>
              <p:nvPr/>
            </p:nvSpPr>
            <p:spPr>
              <a:xfrm>
                <a:off x="1649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22"/>
              <p:cNvSpPr/>
              <p:nvPr/>
            </p:nvSpPr>
            <p:spPr>
              <a:xfrm>
                <a:off x="866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22"/>
              <p:cNvSpPr/>
              <p:nvPr/>
            </p:nvSpPr>
            <p:spPr>
              <a:xfrm>
                <a:off x="10227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22"/>
              <p:cNvSpPr/>
              <p:nvPr/>
            </p:nvSpPr>
            <p:spPr>
              <a:xfrm>
                <a:off x="11793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22"/>
              <p:cNvSpPr/>
              <p:nvPr/>
            </p:nvSpPr>
            <p:spPr>
              <a:xfrm>
                <a:off x="13359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22"/>
              <p:cNvSpPr/>
              <p:nvPr/>
            </p:nvSpPr>
            <p:spPr>
              <a:xfrm>
                <a:off x="14925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22"/>
              <p:cNvSpPr/>
              <p:nvPr/>
            </p:nvSpPr>
            <p:spPr>
              <a:xfrm>
                <a:off x="1649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22"/>
              <p:cNvSpPr/>
              <p:nvPr/>
            </p:nvSpPr>
            <p:spPr>
              <a:xfrm>
                <a:off x="866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22"/>
              <p:cNvSpPr/>
              <p:nvPr/>
            </p:nvSpPr>
            <p:spPr>
              <a:xfrm>
                <a:off x="10227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22"/>
              <p:cNvSpPr/>
              <p:nvPr/>
            </p:nvSpPr>
            <p:spPr>
              <a:xfrm>
                <a:off x="11793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22"/>
              <p:cNvSpPr/>
              <p:nvPr/>
            </p:nvSpPr>
            <p:spPr>
              <a:xfrm>
                <a:off x="13359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22"/>
              <p:cNvSpPr/>
              <p:nvPr/>
            </p:nvSpPr>
            <p:spPr>
              <a:xfrm>
                <a:off x="14925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22"/>
              <p:cNvSpPr/>
              <p:nvPr/>
            </p:nvSpPr>
            <p:spPr>
              <a:xfrm>
                <a:off x="1649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3" name="Google Shape;1443;p22"/>
            <p:cNvGrpSpPr/>
            <p:nvPr/>
          </p:nvGrpSpPr>
          <p:grpSpPr>
            <a:xfrm>
              <a:off x="-73825" y="3600675"/>
              <a:ext cx="817800" cy="841338"/>
              <a:chOff x="866125" y="3600675"/>
              <a:chExt cx="817800" cy="841338"/>
            </a:xfrm>
          </p:grpSpPr>
          <p:sp>
            <p:nvSpPr>
              <p:cNvPr id="1444" name="Google Shape;1444;p22"/>
              <p:cNvSpPr/>
              <p:nvPr/>
            </p:nvSpPr>
            <p:spPr>
              <a:xfrm>
                <a:off x="866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22"/>
              <p:cNvSpPr/>
              <p:nvPr/>
            </p:nvSpPr>
            <p:spPr>
              <a:xfrm>
                <a:off x="10227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22"/>
              <p:cNvSpPr/>
              <p:nvPr/>
            </p:nvSpPr>
            <p:spPr>
              <a:xfrm>
                <a:off x="11793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22"/>
              <p:cNvSpPr/>
              <p:nvPr/>
            </p:nvSpPr>
            <p:spPr>
              <a:xfrm>
                <a:off x="13359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22"/>
              <p:cNvSpPr/>
              <p:nvPr/>
            </p:nvSpPr>
            <p:spPr>
              <a:xfrm>
                <a:off x="14925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22"/>
              <p:cNvSpPr/>
              <p:nvPr/>
            </p:nvSpPr>
            <p:spPr>
              <a:xfrm>
                <a:off x="1649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22"/>
              <p:cNvSpPr/>
              <p:nvPr/>
            </p:nvSpPr>
            <p:spPr>
              <a:xfrm>
                <a:off x="866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22"/>
              <p:cNvSpPr/>
              <p:nvPr/>
            </p:nvSpPr>
            <p:spPr>
              <a:xfrm>
                <a:off x="10227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22"/>
              <p:cNvSpPr/>
              <p:nvPr/>
            </p:nvSpPr>
            <p:spPr>
              <a:xfrm>
                <a:off x="11793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22"/>
              <p:cNvSpPr/>
              <p:nvPr/>
            </p:nvSpPr>
            <p:spPr>
              <a:xfrm>
                <a:off x="13359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22"/>
              <p:cNvSpPr/>
              <p:nvPr/>
            </p:nvSpPr>
            <p:spPr>
              <a:xfrm>
                <a:off x="14925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22"/>
              <p:cNvSpPr/>
              <p:nvPr/>
            </p:nvSpPr>
            <p:spPr>
              <a:xfrm>
                <a:off x="1649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22"/>
              <p:cNvSpPr/>
              <p:nvPr/>
            </p:nvSpPr>
            <p:spPr>
              <a:xfrm>
                <a:off x="866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22"/>
              <p:cNvSpPr/>
              <p:nvPr/>
            </p:nvSpPr>
            <p:spPr>
              <a:xfrm>
                <a:off x="10227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22"/>
              <p:cNvSpPr/>
              <p:nvPr/>
            </p:nvSpPr>
            <p:spPr>
              <a:xfrm>
                <a:off x="11793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22"/>
              <p:cNvSpPr/>
              <p:nvPr/>
            </p:nvSpPr>
            <p:spPr>
              <a:xfrm>
                <a:off x="13359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22"/>
              <p:cNvSpPr/>
              <p:nvPr/>
            </p:nvSpPr>
            <p:spPr>
              <a:xfrm>
                <a:off x="14925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22"/>
              <p:cNvSpPr/>
              <p:nvPr/>
            </p:nvSpPr>
            <p:spPr>
              <a:xfrm>
                <a:off x="1649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22"/>
              <p:cNvSpPr/>
              <p:nvPr/>
            </p:nvSpPr>
            <p:spPr>
              <a:xfrm>
                <a:off x="866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22"/>
              <p:cNvSpPr/>
              <p:nvPr/>
            </p:nvSpPr>
            <p:spPr>
              <a:xfrm>
                <a:off x="10227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22"/>
              <p:cNvSpPr/>
              <p:nvPr/>
            </p:nvSpPr>
            <p:spPr>
              <a:xfrm>
                <a:off x="11793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22"/>
              <p:cNvSpPr/>
              <p:nvPr/>
            </p:nvSpPr>
            <p:spPr>
              <a:xfrm>
                <a:off x="13359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22"/>
              <p:cNvSpPr/>
              <p:nvPr/>
            </p:nvSpPr>
            <p:spPr>
              <a:xfrm>
                <a:off x="14925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22"/>
              <p:cNvSpPr/>
              <p:nvPr/>
            </p:nvSpPr>
            <p:spPr>
              <a:xfrm>
                <a:off x="1649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22"/>
              <p:cNvSpPr/>
              <p:nvPr/>
            </p:nvSpPr>
            <p:spPr>
              <a:xfrm>
                <a:off x="866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22"/>
              <p:cNvSpPr/>
              <p:nvPr/>
            </p:nvSpPr>
            <p:spPr>
              <a:xfrm>
                <a:off x="10227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22"/>
              <p:cNvSpPr/>
              <p:nvPr/>
            </p:nvSpPr>
            <p:spPr>
              <a:xfrm>
                <a:off x="11793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22"/>
              <p:cNvSpPr/>
              <p:nvPr/>
            </p:nvSpPr>
            <p:spPr>
              <a:xfrm>
                <a:off x="13359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22"/>
              <p:cNvSpPr/>
              <p:nvPr/>
            </p:nvSpPr>
            <p:spPr>
              <a:xfrm>
                <a:off x="14925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22"/>
              <p:cNvSpPr/>
              <p:nvPr/>
            </p:nvSpPr>
            <p:spPr>
              <a:xfrm>
                <a:off x="1649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9001" name="RUG logo"/>
          <p:cNvPicPr>
            <a:picLocks noChangeAspect="1"/>
          </p:cNvPicPr>
          <p:nvPr/>
        </p:nvPicPr>
        <p:blipFill>
          <a:blip r:embed="rId6"/>
          <a:stretch>
            <a:fillRect/>
          </a:stretch>
        </p:blipFill>
        <p:spPr>
          <a:xfrm>
            <a:off x="7498080" y="182880"/>
            <a:ext cx="1234440" cy="289865"/>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474" name="Shape 1474"/>
        <p:cNvGrpSpPr/>
        <p:nvPr/>
      </p:nvGrpSpPr>
      <p:grpSpPr>
        <a:xfrm>
          <a:off x="0" y="0"/>
          <a:ext cx="0" cy="0"/>
          <a:chOff x="0" y="0"/>
          <a:chExt cx="0" cy="0"/>
        </a:xfrm>
      </p:grpSpPr>
      <p:pic>
        <p:nvPicPr>
          <p:cNvPr id="1475" name="Google Shape;1475;p23"/>
          <p:cNvPicPr preferRelativeResize="0"/>
          <p:nvPr/>
        </p:nvPicPr>
        <p:blipFill rotWithShape="1">
          <a:blip r:embed="rId2">
            <a:alphaModFix amt="22000"/>
          </a:blip>
          <a:srcRect b="0" l="0" r="0" t="0"/>
          <a:stretch/>
        </p:blipFill>
        <p:spPr>
          <a:xfrm>
            <a:off x="25" y="0"/>
            <a:ext cx="9144003" cy="5143501"/>
          </a:xfrm>
          <a:prstGeom prst="rect">
            <a:avLst/>
          </a:prstGeom>
          <a:noFill/>
          <a:ln>
            <a:noFill/>
          </a:ln>
        </p:spPr>
      </p:pic>
      <p:sp>
        <p:nvSpPr>
          <p:cNvPr id="1476" name="Google Shape;1476;p23"/>
          <p:cNvSpPr/>
          <p:nvPr/>
        </p:nvSpPr>
        <p:spPr>
          <a:xfrm>
            <a:off x="190500" y="190500"/>
            <a:ext cx="8759700" cy="4762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23"/>
          <p:cNvSpPr txBox="1"/>
          <p:nvPr>
            <p:ph idx="12" type="sldNum"/>
          </p:nvPr>
        </p:nvSpPr>
        <p:spPr>
          <a:xfrm>
            <a:off x="8250500" y="4608500"/>
            <a:ext cx="695100" cy="279300"/>
          </a:xfrm>
          <a:prstGeom prst="rect">
            <a:avLst/>
          </a:prstGeom>
        </p:spPr>
        <p:txBody>
          <a:bodyPr anchorCtr="0" anchor="ctr" bIns="91425" lIns="91425" spcFirstLastPara="1" rIns="91425" wrap="square" tIns="91425">
            <a:noAutofit/>
          </a:bodyPr>
          <a:lstStyle>
            <a:lvl1pPr lvl="0" rtl="0" algn="ctr">
              <a:buNone/>
              <a:defRPr b="1" sz="1900">
                <a:solidFill>
                  <a:schemeClr val="lt1"/>
                </a:solidFill>
                <a:latin typeface="Bebas Neue"/>
                <a:ea typeface="Bebas Neue"/>
                <a:cs typeface="Bebas Neue"/>
                <a:sym typeface="Bebas Neue"/>
              </a:defRPr>
            </a:lvl1pPr>
            <a:lvl2pPr lvl="1" rtl="0" algn="ctr">
              <a:buNone/>
              <a:defRPr b="1" sz="1900">
                <a:solidFill>
                  <a:schemeClr val="lt1"/>
                </a:solidFill>
                <a:latin typeface="Bebas Neue"/>
                <a:ea typeface="Bebas Neue"/>
                <a:cs typeface="Bebas Neue"/>
                <a:sym typeface="Bebas Neue"/>
              </a:defRPr>
            </a:lvl2pPr>
            <a:lvl3pPr lvl="2" rtl="0" algn="ctr">
              <a:buNone/>
              <a:defRPr b="1" sz="1900">
                <a:solidFill>
                  <a:schemeClr val="lt1"/>
                </a:solidFill>
                <a:latin typeface="Bebas Neue"/>
                <a:ea typeface="Bebas Neue"/>
                <a:cs typeface="Bebas Neue"/>
                <a:sym typeface="Bebas Neue"/>
              </a:defRPr>
            </a:lvl3pPr>
            <a:lvl4pPr lvl="3" rtl="0" algn="ctr">
              <a:buNone/>
              <a:defRPr b="1" sz="1900">
                <a:solidFill>
                  <a:schemeClr val="lt1"/>
                </a:solidFill>
                <a:latin typeface="Bebas Neue"/>
                <a:ea typeface="Bebas Neue"/>
                <a:cs typeface="Bebas Neue"/>
                <a:sym typeface="Bebas Neue"/>
              </a:defRPr>
            </a:lvl4pPr>
            <a:lvl5pPr lvl="4" rtl="0" algn="ctr">
              <a:buNone/>
              <a:defRPr b="1" sz="1900">
                <a:solidFill>
                  <a:schemeClr val="lt1"/>
                </a:solidFill>
                <a:latin typeface="Bebas Neue"/>
                <a:ea typeface="Bebas Neue"/>
                <a:cs typeface="Bebas Neue"/>
                <a:sym typeface="Bebas Neue"/>
              </a:defRPr>
            </a:lvl5pPr>
            <a:lvl6pPr lvl="5" rtl="0" algn="ctr">
              <a:buNone/>
              <a:defRPr b="1" sz="1900">
                <a:solidFill>
                  <a:schemeClr val="lt1"/>
                </a:solidFill>
                <a:latin typeface="Bebas Neue"/>
                <a:ea typeface="Bebas Neue"/>
                <a:cs typeface="Bebas Neue"/>
                <a:sym typeface="Bebas Neue"/>
              </a:defRPr>
            </a:lvl6pPr>
            <a:lvl7pPr lvl="6" rtl="0" algn="ctr">
              <a:buNone/>
              <a:defRPr b="1" sz="1900">
                <a:solidFill>
                  <a:schemeClr val="lt1"/>
                </a:solidFill>
                <a:latin typeface="Bebas Neue"/>
                <a:ea typeface="Bebas Neue"/>
                <a:cs typeface="Bebas Neue"/>
                <a:sym typeface="Bebas Neue"/>
              </a:defRPr>
            </a:lvl7pPr>
            <a:lvl8pPr lvl="7" rtl="0" algn="ctr">
              <a:buNone/>
              <a:defRPr b="1" sz="1900">
                <a:solidFill>
                  <a:schemeClr val="lt1"/>
                </a:solidFill>
                <a:latin typeface="Bebas Neue"/>
                <a:ea typeface="Bebas Neue"/>
                <a:cs typeface="Bebas Neue"/>
                <a:sym typeface="Bebas Neue"/>
              </a:defRPr>
            </a:lvl8pPr>
            <a:lvl9pPr lvl="8" rtl="0" algn="ctr">
              <a:buNone/>
              <a:defRPr b="1" sz="1900">
                <a:solidFill>
                  <a:schemeClr val="lt1"/>
                </a:solidFill>
                <a:latin typeface="Bebas Neue"/>
                <a:ea typeface="Bebas Neue"/>
                <a:cs typeface="Bebas Neue"/>
                <a:sym typeface="Bebas Neue"/>
              </a:defRPr>
            </a:lvl9pPr>
          </a:lstStyle>
          <a:p>
            <a:pPr indent="0" lvl="0" marL="0" rtl="0" algn="ctr">
              <a:spcBef>
                <a:spcPts val="0"/>
              </a:spcBef>
              <a:spcAft>
                <a:spcPts val="0"/>
              </a:spcAft>
              <a:buNone/>
            </a:pPr>
            <a:fld id="{00000000-1234-1234-1234-123412341234}" type="slidenum">
              <a:rPr lang="en"/>
              <a:t>‹#›</a:t>
            </a:fld>
            <a:endParaRPr/>
          </a:p>
        </p:txBody>
      </p:sp>
      <p:sp>
        <p:nvSpPr>
          <p:cNvPr id="1478" name="Google Shape;1478;p23"/>
          <p:cNvSpPr/>
          <p:nvPr/>
        </p:nvSpPr>
        <p:spPr>
          <a:xfrm>
            <a:off x="6853163" y="-613502"/>
            <a:ext cx="1555800" cy="1555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23"/>
          <p:cNvSpPr/>
          <p:nvPr/>
        </p:nvSpPr>
        <p:spPr>
          <a:xfrm>
            <a:off x="707125" y="4156598"/>
            <a:ext cx="1555800" cy="1555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80" name="Google Shape;1480;p23"/>
          <p:cNvGrpSpPr/>
          <p:nvPr/>
        </p:nvGrpSpPr>
        <p:grpSpPr>
          <a:xfrm flipH="1" rot="10800000">
            <a:off x="-63475" y="580000"/>
            <a:ext cx="817800" cy="841338"/>
            <a:chOff x="866125" y="3600675"/>
            <a:chExt cx="817800" cy="841338"/>
          </a:xfrm>
        </p:grpSpPr>
        <p:sp>
          <p:nvSpPr>
            <p:cNvPr id="1481" name="Google Shape;1481;p23"/>
            <p:cNvSpPr/>
            <p:nvPr/>
          </p:nvSpPr>
          <p:spPr>
            <a:xfrm>
              <a:off x="866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23"/>
            <p:cNvSpPr/>
            <p:nvPr/>
          </p:nvSpPr>
          <p:spPr>
            <a:xfrm>
              <a:off x="10227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23"/>
            <p:cNvSpPr/>
            <p:nvPr/>
          </p:nvSpPr>
          <p:spPr>
            <a:xfrm>
              <a:off x="11793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23"/>
            <p:cNvSpPr/>
            <p:nvPr/>
          </p:nvSpPr>
          <p:spPr>
            <a:xfrm>
              <a:off x="13359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23"/>
            <p:cNvSpPr/>
            <p:nvPr/>
          </p:nvSpPr>
          <p:spPr>
            <a:xfrm>
              <a:off x="14925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23"/>
            <p:cNvSpPr/>
            <p:nvPr/>
          </p:nvSpPr>
          <p:spPr>
            <a:xfrm>
              <a:off x="1649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23"/>
            <p:cNvSpPr/>
            <p:nvPr/>
          </p:nvSpPr>
          <p:spPr>
            <a:xfrm>
              <a:off x="866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23"/>
            <p:cNvSpPr/>
            <p:nvPr/>
          </p:nvSpPr>
          <p:spPr>
            <a:xfrm>
              <a:off x="10227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23"/>
            <p:cNvSpPr/>
            <p:nvPr/>
          </p:nvSpPr>
          <p:spPr>
            <a:xfrm>
              <a:off x="11793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23"/>
            <p:cNvSpPr/>
            <p:nvPr/>
          </p:nvSpPr>
          <p:spPr>
            <a:xfrm>
              <a:off x="13359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23"/>
            <p:cNvSpPr/>
            <p:nvPr/>
          </p:nvSpPr>
          <p:spPr>
            <a:xfrm>
              <a:off x="14925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23"/>
            <p:cNvSpPr/>
            <p:nvPr/>
          </p:nvSpPr>
          <p:spPr>
            <a:xfrm>
              <a:off x="1649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23"/>
            <p:cNvSpPr/>
            <p:nvPr/>
          </p:nvSpPr>
          <p:spPr>
            <a:xfrm>
              <a:off x="866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23"/>
            <p:cNvSpPr/>
            <p:nvPr/>
          </p:nvSpPr>
          <p:spPr>
            <a:xfrm>
              <a:off x="10227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23"/>
            <p:cNvSpPr/>
            <p:nvPr/>
          </p:nvSpPr>
          <p:spPr>
            <a:xfrm>
              <a:off x="11793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23"/>
            <p:cNvSpPr/>
            <p:nvPr/>
          </p:nvSpPr>
          <p:spPr>
            <a:xfrm>
              <a:off x="13359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23"/>
            <p:cNvSpPr/>
            <p:nvPr/>
          </p:nvSpPr>
          <p:spPr>
            <a:xfrm>
              <a:off x="14925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23"/>
            <p:cNvSpPr/>
            <p:nvPr/>
          </p:nvSpPr>
          <p:spPr>
            <a:xfrm>
              <a:off x="1649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23"/>
            <p:cNvSpPr/>
            <p:nvPr/>
          </p:nvSpPr>
          <p:spPr>
            <a:xfrm>
              <a:off x="866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23"/>
            <p:cNvSpPr/>
            <p:nvPr/>
          </p:nvSpPr>
          <p:spPr>
            <a:xfrm>
              <a:off x="10227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23"/>
            <p:cNvSpPr/>
            <p:nvPr/>
          </p:nvSpPr>
          <p:spPr>
            <a:xfrm>
              <a:off x="11793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23"/>
            <p:cNvSpPr/>
            <p:nvPr/>
          </p:nvSpPr>
          <p:spPr>
            <a:xfrm>
              <a:off x="13359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23"/>
            <p:cNvSpPr/>
            <p:nvPr/>
          </p:nvSpPr>
          <p:spPr>
            <a:xfrm>
              <a:off x="14925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23"/>
            <p:cNvSpPr/>
            <p:nvPr/>
          </p:nvSpPr>
          <p:spPr>
            <a:xfrm>
              <a:off x="1649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23"/>
            <p:cNvSpPr/>
            <p:nvPr/>
          </p:nvSpPr>
          <p:spPr>
            <a:xfrm>
              <a:off x="866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23"/>
            <p:cNvSpPr/>
            <p:nvPr/>
          </p:nvSpPr>
          <p:spPr>
            <a:xfrm>
              <a:off x="10227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23"/>
            <p:cNvSpPr/>
            <p:nvPr/>
          </p:nvSpPr>
          <p:spPr>
            <a:xfrm>
              <a:off x="11793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23"/>
            <p:cNvSpPr/>
            <p:nvPr/>
          </p:nvSpPr>
          <p:spPr>
            <a:xfrm>
              <a:off x="13359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23"/>
            <p:cNvSpPr/>
            <p:nvPr/>
          </p:nvSpPr>
          <p:spPr>
            <a:xfrm>
              <a:off x="14925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23"/>
            <p:cNvSpPr/>
            <p:nvPr/>
          </p:nvSpPr>
          <p:spPr>
            <a:xfrm>
              <a:off x="1649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1" name="Google Shape;1511;p23"/>
          <p:cNvGrpSpPr/>
          <p:nvPr/>
        </p:nvGrpSpPr>
        <p:grpSpPr>
          <a:xfrm flipH="1" rot="10800000">
            <a:off x="-63475" y="1560025"/>
            <a:ext cx="817800" cy="841338"/>
            <a:chOff x="866125" y="3600675"/>
            <a:chExt cx="817800" cy="841338"/>
          </a:xfrm>
        </p:grpSpPr>
        <p:sp>
          <p:nvSpPr>
            <p:cNvPr id="1512" name="Google Shape;1512;p23"/>
            <p:cNvSpPr/>
            <p:nvPr/>
          </p:nvSpPr>
          <p:spPr>
            <a:xfrm>
              <a:off x="866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23"/>
            <p:cNvSpPr/>
            <p:nvPr/>
          </p:nvSpPr>
          <p:spPr>
            <a:xfrm>
              <a:off x="10227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23"/>
            <p:cNvSpPr/>
            <p:nvPr/>
          </p:nvSpPr>
          <p:spPr>
            <a:xfrm>
              <a:off x="11793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23"/>
            <p:cNvSpPr/>
            <p:nvPr/>
          </p:nvSpPr>
          <p:spPr>
            <a:xfrm>
              <a:off x="13359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23"/>
            <p:cNvSpPr/>
            <p:nvPr/>
          </p:nvSpPr>
          <p:spPr>
            <a:xfrm>
              <a:off x="14925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23"/>
            <p:cNvSpPr/>
            <p:nvPr/>
          </p:nvSpPr>
          <p:spPr>
            <a:xfrm>
              <a:off x="1649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23"/>
            <p:cNvSpPr/>
            <p:nvPr/>
          </p:nvSpPr>
          <p:spPr>
            <a:xfrm>
              <a:off x="866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23"/>
            <p:cNvSpPr/>
            <p:nvPr/>
          </p:nvSpPr>
          <p:spPr>
            <a:xfrm>
              <a:off x="10227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23"/>
            <p:cNvSpPr/>
            <p:nvPr/>
          </p:nvSpPr>
          <p:spPr>
            <a:xfrm>
              <a:off x="11793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23"/>
            <p:cNvSpPr/>
            <p:nvPr/>
          </p:nvSpPr>
          <p:spPr>
            <a:xfrm>
              <a:off x="13359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23"/>
            <p:cNvSpPr/>
            <p:nvPr/>
          </p:nvSpPr>
          <p:spPr>
            <a:xfrm>
              <a:off x="14925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23"/>
            <p:cNvSpPr/>
            <p:nvPr/>
          </p:nvSpPr>
          <p:spPr>
            <a:xfrm>
              <a:off x="1649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23"/>
            <p:cNvSpPr/>
            <p:nvPr/>
          </p:nvSpPr>
          <p:spPr>
            <a:xfrm>
              <a:off x="866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23"/>
            <p:cNvSpPr/>
            <p:nvPr/>
          </p:nvSpPr>
          <p:spPr>
            <a:xfrm>
              <a:off x="10227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23"/>
            <p:cNvSpPr/>
            <p:nvPr/>
          </p:nvSpPr>
          <p:spPr>
            <a:xfrm>
              <a:off x="11793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23"/>
            <p:cNvSpPr/>
            <p:nvPr/>
          </p:nvSpPr>
          <p:spPr>
            <a:xfrm>
              <a:off x="13359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23"/>
            <p:cNvSpPr/>
            <p:nvPr/>
          </p:nvSpPr>
          <p:spPr>
            <a:xfrm>
              <a:off x="14925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23"/>
            <p:cNvSpPr/>
            <p:nvPr/>
          </p:nvSpPr>
          <p:spPr>
            <a:xfrm>
              <a:off x="1649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23"/>
            <p:cNvSpPr/>
            <p:nvPr/>
          </p:nvSpPr>
          <p:spPr>
            <a:xfrm>
              <a:off x="866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23"/>
            <p:cNvSpPr/>
            <p:nvPr/>
          </p:nvSpPr>
          <p:spPr>
            <a:xfrm>
              <a:off x="10227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23"/>
            <p:cNvSpPr/>
            <p:nvPr/>
          </p:nvSpPr>
          <p:spPr>
            <a:xfrm>
              <a:off x="11793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23"/>
            <p:cNvSpPr/>
            <p:nvPr/>
          </p:nvSpPr>
          <p:spPr>
            <a:xfrm>
              <a:off x="13359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23"/>
            <p:cNvSpPr/>
            <p:nvPr/>
          </p:nvSpPr>
          <p:spPr>
            <a:xfrm>
              <a:off x="14925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23"/>
            <p:cNvSpPr/>
            <p:nvPr/>
          </p:nvSpPr>
          <p:spPr>
            <a:xfrm>
              <a:off x="1649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23"/>
            <p:cNvSpPr/>
            <p:nvPr/>
          </p:nvSpPr>
          <p:spPr>
            <a:xfrm>
              <a:off x="866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23"/>
            <p:cNvSpPr/>
            <p:nvPr/>
          </p:nvSpPr>
          <p:spPr>
            <a:xfrm>
              <a:off x="10227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23"/>
            <p:cNvSpPr/>
            <p:nvPr/>
          </p:nvSpPr>
          <p:spPr>
            <a:xfrm>
              <a:off x="11793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23"/>
            <p:cNvSpPr/>
            <p:nvPr/>
          </p:nvSpPr>
          <p:spPr>
            <a:xfrm>
              <a:off x="13359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23"/>
            <p:cNvSpPr/>
            <p:nvPr/>
          </p:nvSpPr>
          <p:spPr>
            <a:xfrm>
              <a:off x="14925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23"/>
            <p:cNvSpPr/>
            <p:nvPr/>
          </p:nvSpPr>
          <p:spPr>
            <a:xfrm>
              <a:off x="1649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2" name="Google Shape;1542;p23"/>
          <p:cNvGrpSpPr/>
          <p:nvPr/>
        </p:nvGrpSpPr>
        <p:grpSpPr>
          <a:xfrm flipH="1" rot="10800000">
            <a:off x="8520625" y="3471475"/>
            <a:ext cx="817800" cy="841338"/>
            <a:chOff x="866125" y="3600675"/>
            <a:chExt cx="817800" cy="841338"/>
          </a:xfrm>
        </p:grpSpPr>
        <p:sp>
          <p:nvSpPr>
            <p:cNvPr id="1543" name="Google Shape;1543;p23"/>
            <p:cNvSpPr/>
            <p:nvPr/>
          </p:nvSpPr>
          <p:spPr>
            <a:xfrm>
              <a:off x="866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23"/>
            <p:cNvSpPr/>
            <p:nvPr/>
          </p:nvSpPr>
          <p:spPr>
            <a:xfrm>
              <a:off x="10227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23"/>
            <p:cNvSpPr/>
            <p:nvPr/>
          </p:nvSpPr>
          <p:spPr>
            <a:xfrm>
              <a:off x="11793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23"/>
            <p:cNvSpPr/>
            <p:nvPr/>
          </p:nvSpPr>
          <p:spPr>
            <a:xfrm>
              <a:off x="13359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23"/>
            <p:cNvSpPr/>
            <p:nvPr/>
          </p:nvSpPr>
          <p:spPr>
            <a:xfrm>
              <a:off x="14925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23"/>
            <p:cNvSpPr/>
            <p:nvPr/>
          </p:nvSpPr>
          <p:spPr>
            <a:xfrm>
              <a:off x="1649125" y="36006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23"/>
            <p:cNvSpPr/>
            <p:nvPr/>
          </p:nvSpPr>
          <p:spPr>
            <a:xfrm>
              <a:off x="866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23"/>
            <p:cNvSpPr/>
            <p:nvPr/>
          </p:nvSpPr>
          <p:spPr>
            <a:xfrm>
              <a:off x="10227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23"/>
            <p:cNvSpPr/>
            <p:nvPr/>
          </p:nvSpPr>
          <p:spPr>
            <a:xfrm>
              <a:off x="11793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23"/>
            <p:cNvSpPr/>
            <p:nvPr/>
          </p:nvSpPr>
          <p:spPr>
            <a:xfrm>
              <a:off x="13359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23"/>
            <p:cNvSpPr/>
            <p:nvPr/>
          </p:nvSpPr>
          <p:spPr>
            <a:xfrm>
              <a:off x="14925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23"/>
            <p:cNvSpPr/>
            <p:nvPr/>
          </p:nvSpPr>
          <p:spPr>
            <a:xfrm>
              <a:off x="1649125" y="380337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23"/>
            <p:cNvSpPr/>
            <p:nvPr/>
          </p:nvSpPr>
          <p:spPr>
            <a:xfrm>
              <a:off x="866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23"/>
            <p:cNvSpPr/>
            <p:nvPr/>
          </p:nvSpPr>
          <p:spPr>
            <a:xfrm>
              <a:off x="10227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23"/>
            <p:cNvSpPr/>
            <p:nvPr/>
          </p:nvSpPr>
          <p:spPr>
            <a:xfrm>
              <a:off x="11793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23"/>
            <p:cNvSpPr/>
            <p:nvPr/>
          </p:nvSpPr>
          <p:spPr>
            <a:xfrm>
              <a:off x="13359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23"/>
            <p:cNvSpPr/>
            <p:nvPr/>
          </p:nvSpPr>
          <p:spPr>
            <a:xfrm>
              <a:off x="14925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23"/>
            <p:cNvSpPr/>
            <p:nvPr/>
          </p:nvSpPr>
          <p:spPr>
            <a:xfrm>
              <a:off x="1649125" y="4003238"/>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23"/>
            <p:cNvSpPr/>
            <p:nvPr/>
          </p:nvSpPr>
          <p:spPr>
            <a:xfrm>
              <a:off x="866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23"/>
            <p:cNvSpPr/>
            <p:nvPr/>
          </p:nvSpPr>
          <p:spPr>
            <a:xfrm>
              <a:off x="10227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23"/>
            <p:cNvSpPr/>
            <p:nvPr/>
          </p:nvSpPr>
          <p:spPr>
            <a:xfrm>
              <a:off x="11793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23"/>
            <p:cNvSpPr/>
            <p:nvPr/>
          </p:nvSpPr>
          <p:spPr>
            <a:xfrm>
              <a:off x="13359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23"/>
            <p:cNvSpPr/>
            <p:nvPr/>
          </p:nvSpPr>
          <p:spPr>
            <a:xfrm>
              <a:off x="14925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23"/>
            <p:cNvSpPr/>
            <p:nvPr/>
          </p:nvSpPr>
          <p:spPr>
            <a:xfrm>
              <a:off x="1649125" y="4205925"/>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23"/>
            <p:cNvSpPr/>
            <p:nvPr/>
          </p:nvSpPr>
          <p:spPr>
            <a:xfrm>
              <a:off x="866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23"/>
            <p:cNvSpPr/>
            <p:nvPr/>
          </p:nvSpPr>
          <p:spPr>
            <a:xfrm>
              <a:off x="10227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23"/>
            <p:cNvSpPr/>
            <p:nvPr/>
          </p:nvSpPr>
          <p:spPr>
            <a:xfrm>
              <a:off x="11793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23"/>
            <p:cNvSpPr/>
            <p:nvPr/>
          </p:nvSpPr>
          <p:spPr>
            <a:xfrm>
              <a:off x="13359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23"/>
            <p:cNvSpPr/>
            <p:nvPr/>
          </p:nvSpPr>
          <p:spPr>
            <a:xfrm>
              <a:off x="14925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23"/>
            <p:cNvSpPr/>
            <p:nvPr/>
          </p:nvSpPr>
          <p:spPr>
            <a:xfrm>
              <a:off x="1649125" y="4407213"/>
              <a:ext cx="34800" cy="34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9001" name="RUG logo"/>
          <p:cNvPicPr>
            <a:picLocks noChangeAspect="1"/>
          </p:cNvPicPr>
          <p:nvPr/>
        </p:nvPicPr>
        <p:blipFill>
          <a:blip r:embed="rId3"/>
          <a:stretch>
            <a:fillRect/>
          </a:stretch>
        </p:blipFill>
        <p:spPr>
          <a:xfrm>
            <a:off x="7498080" y="182880"/>
            <a:ext cx="1234440" cy="289865"/>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_1">
    <p:bg>
      <p:bgPr>
        <a:solidFill>
          <a:schemeClr val="lt1"/>
        </a:solidFill>
      </p:bgPr>
    </p:bg>
    <p:spTree>
      <p:nvGrpSpPr>
        <p:cNvPr id="1573" name="Shape 1573"/>
        <p:cNvGrpSpPr/>
        <p:nvPr/>
      </p:nvGrpSpPr>
      <p:grpSpPr>
        <a:xfrm>
          <a:off x="0" y="0"/>
          <a:ext cx="0" cy="0"/>
          <a:chOff x="0" y="0"/>
          <a:chExt cx="0" cy="0"/>
        </a:xfrm>
      </p:grpSpPr>
      <p:pic>
        <p:nvPicPr>
          <p:cNvPr id="1574" name="Google Shape;1574;p24"/>
          <p:cNvPicPr preferRelativeResize="0"/>
          <p:nvPr/>
        </p:nvPicPr>
        <p:blipFill rotWithShape="1">
          <a:blip r:embed="rId2">
            <a:alphaModFix amt="22000"/>
          </a:blip>
          <a:srcRect b="0" l="0" r="0" t="0"/>
          <a:stretch/>
        </p:blipFill>
        <p:spPr>
          <a:xfrm>
            <a:off x="25" y="0"/>
            <a:ext cx="9144003" cy="5143501"/>
          </a:xfrm>
          <a:prstGeom prst="rect">
            <a:avLst/>
          </a:prstGeom>
          <a:noFill/>
          <a:ln>
            <a:noFill/>
          </a:ln>
        </p:spPr>
      </p:pic>
      <p:sp>
        <p:nvSpPr>
          <p:cNvPr id="1575" name="Google Shape;1575;p24"/>
          <p:cNvSpPr/>
          <p:nvPr/>
        </p:nvSpPr>
        <p:spPr>
          <a:xfrm>
            <a:off x="190500" y="190500"/>
            <a:ext cx="8759700" cy="4762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24"/>
          <p:cNvSpPr txBox="1"/>
          <p:nvPr>
            <p:ph idx="12" type="sldNum"/>
          </p:nvPr>
        </p:nvSpPr>
        <p:spPr>
          <a:xfrm>
            <a:off x="8250500" y="4608500"/>
            <a:ext cx="695100" cy="279300"/>
          </a:xfrm>
          <a:prstGeom prst="rect">
            <a:avLst/>
          </a:prstGeom>
        </p:spPr>
        <p:txBody>
          <a:bodyPr anchorCtr="0" anchor="ctr" bIns="91425" lIns="91425" spcFirstLastPara="1" rIns="91425" wrap="square" tIns="91425">
            <a:noAutofit/>
          </a:bodyPr>
          <a:lstStyle>
            <a:lvl1pPr lvl="0" rtl="0" algn="ctr">
              <a:buNone/>
              <a:defRPr b="1" sz="1900">
                <a:solidFill>
                  <a:schemeClr val="dk2"/>
                </a:solidFill>
                <a:latin typeface="Bebas Neue"/>
                <a:ea typeface="Bebas Neue"/>
                <a:cs typeface="Bebas Neue"/>
                <a:sym typeface="Bebas Neue"/>
              </a:defRPr>
            </a:lvl1pPr>
            <a:lvl2pPr lvl="1" rtl="0" algn="ctr">
              <a:buNone/>
              <a:defRPr b="1" sz="1900">
                <a:solidFill>
                  <a:schemeClr val="dk2"/>
                </a:solidFill>
                <a:latin typeface="Bebas Neue"/>
                <a:ea typeface="Bebas Neue"/>
                <a:cs typeface="Bebas Neue"/>
                <a:sym typeface="Bebas Neue"/>
              </a:defRPr>
            </a:lvl2pPr>
            <a:lvl3pPr lvl="2" rtl="0" algn="ctr">
              <a:buNone/>
              <a:defRPr b="1" sz="1900">
                <a:solidFill>
                  <a:schemeClr val="dk2"/>
                </a:solidFill>
                <a:latin typeface="Bebas Neue"/>
                <a:ea typeface="Bebas Neue"/>
                <a:cs typeface="Bebas Neue"/>
                <a:sym typeface="Bebas Neue"/>
              </a:defRPr>
            </a:lvl3pPr>
            <a:lvl4pPr lvl="3" rtl="0" algn="ctr">
              <a:buNone/>
              <a:defRPr b="1" sz="1900">
                <a:solidFill>
                  <a:schemeClr val="dk2"/>
                </a:solidFill>
                <a:latin typeface="Bebas Neue"/>
                <a:ea typeface="Bebas Neue"/>
                <a:cs typeface="Bebas Neue"/>
                <a:sym typeface="Bebas Neue"/>
              </a:defRPr>
            </a:lvl4pPr>
            <a:lvl5pPr lvl="4" rtl="0" algn="ctr">
              <a:buNone/>
              <a:defRPr b="1" sz="1900">
                <a:solidFill>
                  <a:schemeClr val="dk2"/>
                </a:solidFill>
                <a:latin typeface="Bebas Neue"/>
                <a:ea typeface="Bebas Neue"/>
                <a:cs typeface="Bebas Neue"/>
                <a:sym typeface="Bebas Neue"/>
              </a:defRPr>
            </a:lvl5pPr>
            <a:lvl6pPr lvl="5" rtl="0" algn="ctr">
              <a:buNone/>
              <a:defRPr b="1" sz="1900">
                <a:solidFill>
                  <a:schemeClr val="dk2"/>
                </a:solidFill>
                <a:latin typeface="Bebas Neue"/>
                <a:ea typeface="Bebas Neue"/>
                <a:cs typeface="Bebas Neue"/>
                <a:sym typeface="Bebas Neue"/>
              </a:defRPr>
            </a:lvl6pPr>
            <a:lvl7pPr lvl="6" rtl="0" algn="ctr">
              <a:buNone/>
              <a:defRPr b="1" sz="1900">
                <a:solidFill>
                  <a:schemeClr val="dk2"/>
                </a:solidFill>
                <a:latin typeface="Bebas Neue"/>
                <a:ea typeface="Bebas Neue"/>
                <a:cs typeface="Bebas Neue"/>
                <a:sym typeface="Bebas Neue"/>
              </a:defRPr>
            </a:lvl7pPr>
            <a:lvl8pPr lvl="7" rtl="0" algn="ctr">
              <a:buNone/>
              <a:defRPr b="1" sz="1900">
                <a:solidFill>
                  <a:schemeClr val="dk2"/>
                </a:solidFill>
                <a:latin typeface="Bebas Neue"/>
                <a:ea typeface="Bebas Neue"/>
                <a:cs typeface="Bebas Neue"/>
                <a:sym typeface="Bebas Neue"/>
              </a:defRPr>
            </a:lvl8pPr>
            <a:lvl9pPr lvl="8" rtl="0" algn="ctr">
              <a:buNone/>
              <a:defRPr b="1" sz="1900">
                <a:solidFill>
                  <a:schemeClr val="dk2"/>
                </a:solidFill>
                <a:latin typeface="Bebas Neue"/>
                <a:ea typeface="Bebas Neue"/>
                <a:cs typeface="Bebas Neue"/>
                <a:sym typeface="Bebas Neue"/>
              </a:defRPr>
            </a:lvl9pPr>
          </a:lstStyle>
          <a:p>
            <a:pPr indent="0" lvl="0" marL="0" rtl="0" algn="ctr">
              <a:spcBef>
                <a:spcPts val="0"/>
              </a:spcBef>
              <a:spcAft>
                <a:spcPts val="0"/>
              </a:spcAft>
              <a:buNone/>
            </a:pPr>
            <a:fld id="{00000000-1234-1234-1234-123412341234}" type="slidenum">
              <a:rPr lang="en"/>
              <a:t>‹#›</a:t>
            </a:fld>
            <a:endParaRPr/>
          </a:p>
        </p:txBody>
      </p:sp>
      <p:grpSp>
        <p:nvGrpSpPr>
          <p:cNvPr id="1577" name="Google Shape;1577;p24"/>
          <p:cNvGrpSpPr/>
          <p:nvPr/>
        </p:nvGrpSpPr>
        <p:grpSpPr>
          <a:xfrm>
            <a:off x="866125" y="4210275"/>
            <a:ext cx="817800" cy="841338"/>
            <a:chOff x="866125" y="3600675"/>
            <a:chExt cx="817800" cy="841338"/>
          </a:xfrm>
        </p:grpSpPr>
        <p:sp>
          <p:nvSpPr>
            <p:cNvPr id="1578" name="Google Shape;1578;p24"/>
            <p:cNvSpPr/>
            <p:nvPr/>
          </p:nvSpPr>
          <p:spPr>
            <a:xfrm>
              <a:off x="866125" y="3600675"/>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24"/>
            <p:cNvSpPr/>
            <p:nvPr/>
          </p:nvSpPr>
          <p:spPr>
            <a:xfrm>
              <a:off x="1022725" y="3600675"/>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24"/>
            <p:cNvSpPr/>
            <p:nvPr/>
          </p:nvSpPr>
          <p:spPr>
            <a:xfrm>
              <a:off x="1179325" y="3600675"/>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24"/>
            <p:cNvSpPr/>
            <p:nvPr/>
          </p:nvSpPr>
          <p:spPr>
            <a:xfrm>
              <a:off x="1335925" y="3600675"/>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24"/>
            <p:cNvSpPr/>
            <p:nvPr/>
          </p:nvSpPr>
          <p:spPr>
            <a:xfrm>
              <a:off x="1492525" y="3600675"/>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24"/>
            <p:cNvSpPr/>
            <p:nvPr/>
          </p:nvSpPr>
          <p:spPr>
            <a:xfrm>
              <a:off x="1649125" y="3600675"/>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24"/>
            <p:cNvSpPr/>
            <p:nvPr/>
          </p:nvSpPr>
          <p:spPr>
            <a:xfrm>
              <a:off x="866125" y="3803375"/>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24"/>
            <p:cNvSpPr/>
            <p:nvPr/>
          </p:nvSpPr>
          <p:spPr>
            <a:xfrm>
              <a:off x="1022725" y="3803375"/>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24"/>
            <p:cNvSpPr/>
            <p:nvPr/>
          </p:nvSpPr>
          <p:spPr>
            <a:xfrm>
              <a:off x="1179325" y="3803375"/>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24"/>
            <p:cNvSpPr/>
            <p:nvPr/>
          </p:nvSpPr>
          <p:spPr>
            <a:xfrm>
              <a:off x="1335925" y="3803375"/>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24"/>
            <p:cNvSpPr/>
            <p:nvPr/>
          </p:nvSpPr>
          <p:spPr>
            <a:xfrm>
              <a:off x="1492525" y="3803375"/>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24"/>
            <p:cNvSpPr/>
            <p:nvPr/>
          </p:nvSpPr>
          <p:spPr>
            <a:xfrm>
              <a:off x="1649125" y="3803375"/>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24"/>
            <p:cNvSpPr/>
            <p:nvPr/>
          </p:nvSpPr>
          <p:spPr>
            <a:xfrm>
              <a:off x="866125" y="4003238"/>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24"/>
            <p:cNvSpPr/>
            <p:nvPr/>
          </p:nvSpPr>
          <p:spPr>
            <a:xfrm>
              <a:off x="1022725" y="4003238"/>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24"/>
            <p:cNvSpPr/>
            <p:nvPr/>
          </p:nvSpPr>
          <p:spPr>
            <a:xfrm>
              <a:off x="1179325" y="4003238"/>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24"/>
            <p:cNvSpPr/>
            <p:nvPr/>
          </p:nvSpPr>
          <p:spPr>
            <a:xfrm>
              <a:off x="1335925" y="4003238"/>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24"/>
            <p:cNvSpPr/>
            <p:nvPr/>
          </p:nvSpPr>
          <p:spPr>
            <a:xfrm>
              <a:off x="1492525" y="4003238"/>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24"/>
            <p:cNvSpPr/>
            <p:nvPr/>
          </p:nvSpPr>
          <p:spPr>
            <a:xfrm>
              <a:off x="1649125" y="4003238"/>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24"/>
            <p:cNvSpPr/>
            <p:nvPr/>
          </p:nvSpPr>
          <p:spPr>
            <a:xfrm>
              <a:off x="866125" y="4205925"/>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24"/>
            <p:cNvSpPr/>
            <p:nvPr/>
          </p:nvSpPr>
          <p:spPr>
            <a:xfrm>
              <a:off x="1022725" y="4205925"/>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24"/>
            <p:cNvSpPr/>
            <p:nvPr/>
          </p:nvSpPr>
          <p:spPr>
            <a:xfrm>
              <a:off x="1179325" y="4205925"/>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24"/>
            <p:cNvSpPr/>
            <p:nvPr/>
          </p:nvSpPr>
          <p:spPr>
            <a:xfrm>
              <a:off x="1335925" y="4205925"/>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24"/>
            <p:cNvSpPr/>
            <p:nvPr/>
          </p:nvSpPr>
          <p:spPr>
            <a:xfrm>
              <a:off x="1492525" y="4205925"/>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24"/>
            <p:cNvSpPr/>
            <p:nvPr/>
          </p:nvSpPr>
          <p:spPr>
            <a:xfrm>
              <a:off x="1649125" y="4205925"/>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24"/>
            <p:cNvSpPr/>
            <p:nvPr/>
          </p:nvSpPr>
          <p:spPr>
            <a:xfrm>
              <a:off x="866125" y="4407213"/>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24"/>
            <p:cNvSpPr/>
            <p:nvPr/>
          </p:nvSpPr>
          <p:spPr>
            <a:xfrm>
              <a:off x="1022725" y="4407213"/>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24"/>
            <p:cNvSpPr/>
            <p:nvPr/>
          </p:nvSpPr>
          <p:spPr>
            <a:xfrm>
              <a:off x="1179325" y="4407213"/>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24"/>
            <p:cNvSpPr/>
            <p:nvPr/>
          </p:nvSpPr>
          <p:spPr>
            <a:xfrm>
              <a:off x="1335925" y="4407213"/>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24"/>
            <p:cNvSpPr/>
            <p:nvPr/>
          </p:nvSpPr>
          <p:spPr>
            <a:xfrm>
              <a:off x="1492525" y="4407213"/>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24"/>
            <p:cNvSpPr/>
            <p:nvPr/>
          </p:nvSpPr>
          <p:spPr>
            <a:xfrm>
              <a:off x="1649125" y="4407213"/>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08" name="Google Shape;1608;p24"/>
          <p:cNvGrpSpPr/>
          <p:nvPr/>
        </p:nvGrpSpPr>
        <p:grpSpPr>
          <a:xfrm>
            <a:off x="8535800" y="580000"/>
            <a:ext cx="817800" cy="841338"/>
            <a:chOff x="866125" y="3600675"/>
            <a:chExt cx="817800" cy="841338"/>
          </a:xfrm>
        </p:grpSpPr>
        <p:sp>
          <p:nvSpPr>
            <p:cNvPr id="1609" name="Google Shape;1609;p24"/>
            <p:cNvSpPr/>
            <p:nvPr/>
          </p:nvSpPr>
          <p:spPr>
            <a:xfrm>
              <a:off x="866125" y="3600675"/>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24"/>
            <p:cNvSpPr/>
            <p:nvPr/>
          </p:nvSpPr>
          <p:spPr>
            <a:xfrm>
              <a:off x="1022725" y="3600675"/>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24"/>
            <p:cNvSpPr/>
            <p:nvPr/>
          </p:nvSpPr>
          <p:spPr>
            <a:xfrm>
              <a:off x="1179325" y="3600675"/>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24"/>
            <p:cNvSpPr/>
            <p:nvPr/>
          </p:nvSpPr>
          <p:spPr>
            <a:xfrm>
              <a:off x="1335925" y="3600675"/>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24"/>
            <p:cNvSpPr/>
            <p:nvPr/>
          </p:nvSpPr>
          <p:spPr>
            <a:xfrm>
              <a:off x="1492525" y="3600675"/>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24"/>
            <p:cNvSpPr/>
            <p:nvPr/>
          </p:nvSpPr>
          <p:spPr>
            <a:xfrm>
              <a:off x="1649125" y="3600675"/>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24"/>
            <p:cNvSpPr/>
            <p:nvPr/>
          </p:nvSpPr>
          <p:spPr>
            <a:xfrm>
              <a:off x="866125" y="3803375"/>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24"/>
            <p:cNvSpPr/>
            <p:nvPr/>
          </p:nvSpPr>
          <p:spPr>
            <a:xfrm>
              <a:off x="1022725" y="3803375"/>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24"/>
            <p:cNvSpPr/>
            <p:nvPr/>
          </p:nvSpPr>
          <p:spPr>
            <a:xfrm>
              <a:off x="1179325" y="3803375"/>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24"/>
            <p:cNvSpPr/>
            <p:nvPr/>
          </p:nvSpPr>
          <p:spPr>
            <a:xfrm>
              <a:off x="1335925" y="3803375"/>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24"/>
            <p:cNvSpPr/>
            <p:nvPr/>
          </p:nvSpPr>
          <p:spPr>
            <a:xfrm>
              <a:off x="1492525" y="3803375"/>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24"/>
            <p:cNvSpPr/>
            <p:nvPr/>
          </p:nvSpPr>
          <p:spPr>
            <a:xfrm>
              <a:off x="1649125" y="3803375"/>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24"/>
            <p:cNvSpPr/>
            <p:nvPr/>
          </p:nvSpPr>
          <p:spPr>
            <a:xfrm>
              <a:off x="866125" y="4003238"/>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24"/>
            <p:cNvSpPr/>
            <p:nvPr/>
          </p:nvSpPr>
          <p:spPr>
            <a:xfrm>
              <a:off x="1022725" y="4003238"/>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24"/>
            <p:cNvSpPr/>
            <p:nvPr/>
          </p:nvSpPr>
          <p:spPr>
            <a:xfrm>
              <a:off x="1179325" y="4003238"/>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24"/>
            <p:cNvSpPr/>
            <p:nvPr/>
          </p:nvSpPr>
          <p:spPr>
            <a:xfrm>
              <a:off x="1335925" y="4003238"/>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24"/>
            <p:cNvSpPr/>
            <p:nvPr/>
          </p:nvSpPr>
          <p:spPr>
            <a:xfrm>
              <a:off x="1492525" y="4003238"/>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24"/>
            <p:cNvSpPr/>
            <p:nvPr/>
          </p:nvSpPr>
          <p:spPr>
            <a:xfrm>
              <a:off x="1649125" y="4003238"/>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24"/>
            <p:cNvSpPr/>
            <p:nvPr/>
          </p:nvSpPr>
          <p:spPr>
            <a:xfrm>
              <a:off x="866125" y="4205925"/>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24"/>
            <p:cNvSpPr/>
            <p:nvPr/>
          </p:nvSpPr>
          <p:spPr>
            <a:xfrm>
              <a:off x="1022725" y="4205925"/>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24"/>
            <p:cNvSpPr/>
            <p:nvPr/>
          </p:nvSpPr>
          <p:spPr>
            <a:xfrm>
              <a:off x="1179325" y="4205925"/>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24"/>
            <p:cNvSpPr/>
            <p:nvPr/>
          </p:nvSpPr>
          <p:spPr>
            <a:xfrm>
              <a:off x="1335925" y="4205925"/>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24"/>
            <p:cNvSpPr/>
            <p:nvPr/>
          </p:nvSpPr>
          <p:spPr>
            <a:xfrm>
              <a:off x="1492525" y="4205925"/>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24"/>
            <p:cNvSpPr/>
            <p:nvPr/>
          </p:nvSpPr>
          <p:spPr>
            <a:xfrm>
              <a:off x="1649125" y="4205925"/>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24"/>
            <p:cNvSpPr/>
            <p:nvPr/>
          </p:nvSpPr>
          <p:spPr>
            <a:xfrm>
              <a:off x="866125" y="4407213"/>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24"/>
            <p:cNvSpPr/>
            <p:nvPr/>
          </p:nvSpPr>
          <p:spPr>
            <a:xfrm>
              <a:off x="1022725" y="4407213"/>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24"/>
            <p:cNvSpPr/>
            <p:nvPr/>
          </p:nvSpPr>
          <p:spPr>
            <a:xfrm>
              <a:off x="1179325" y="4407213"/>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24"/>
            <p:cNvSpPr/>
            <p:nvPr/>
          </p:nvSpPr>
          <p:spPr>
            <a:xfrm>
              <a:off x="1335925" y="4407213"/>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24"/>
            <p:cNvSpPr/>
            <p:nvPr/>
          </p:nvSpPr>
          <p:spPr>
            <a:xfrm>
              <a:off x="1492525" y="4407213"/>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24"/>
            <p:cNvSpPr/>
            <p:nvPr/>
          </p:nvSpPr>
          <p:spPr>
            <a:xfrm>
              <a:off x="1649125" y="4407213"/>
              <a:ext cx="34800" cy="3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39" name="Google Shape;1639;p24"/>
          <p:cNvSpPr/>
          <p:nvPr/>
        </p:nvSpPr>
        <p:spPr>
          <a:xfrm>
            <a:off x="6280050" y="4258925"/>
            <a:ext cx="1371000" cy="1371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24"/>
          <p:cNvSpPr/>
          <p:nvPr/>
        </p:nvSpPr>
        <p:spPr>
          <a:xfrm>
            <a:off x="-600775" y="503998"/>
            <a:ext cx="1555800" cy="1555800"/>
          </a:xfrm>
          <a:prstGeom prst="ellipse">
            <a:avLst/>
          </a:prstGeom>
          <a:solidFill>
            <a:srgbClr val="EFEDDE">
              <a:alpha val="816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001" name="RUG logo"/>
          <p:cNvPicPr>
            <a:picLocks noChangeAspect="1"/>
          </p:cNvPicPr>
          <p:nvPr/>
        </p:nvPicPr>
        <p:blipFill>
          <a:blip r:embed="rId3"/>
          <a:stretch>
            <a:fillRect/>
          </a:stretch>
        </p:blipFill>
        <p:spPr>
          <a:xfrm>
            <a:off x="7498080" y="182880"/>
            <a:ext cx="1234440" cy="289865"/>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41" name="Shape 1641"/>
        <p:cNvGrpSpPr/>
        <p:nvPr/>
      </p:nvGrpSpPr>
      <p:grpSpPr>
        <a:xfrm>
          <a:off x="0" y="0"/>
          <a:ext cx="0" cy="0"/>
          <a:chOff x="0" y="0"/>
          <a:chExt cx="0" cy="0"/>
        </a:xfrm>
      </p:grpSpPr>
      <p:sp>
        <p:nvSpPr>
          <p:cNvPr id="1642" name="Google Shape;1642;p25"/>
          <p:cNvSpPr txBox="1"/>
          <p:nvPr>
            <p:ph type="title"/>
          </p:nvPr>
        </p:nvSpPr>
        <p:spPr>
          <a:xfrm>
            <a:off x="457200" y="205979"/>
            <a:ext cx="8229600" cy="8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accent2"/>
              </a:buClr>
              <a:buSzPts val="18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643" name="Google Shape;1643;p25"/>
          <p:cNvSpPr txBox="1"/>
          <p:nvPr>
            <p:ph idx="1" type="body"/>
          </p:nvPr>
        </p:nvSpPr>
        <p:spPr>
          <a:xfrm>
            <a:off x="457200" y="1109917"/>
            <a:ext cx="8229600" cy="33945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644" name="Google Shape;1644;p25"/>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5" name="Google Shape;1645;p25"/>
          <p:cNvSpPr txBox="1"/>
          <p:nvPr>
            <p:ph idx="12" type="sldNum"/>
          </p:nvPr>
        </p:nvSpPr>
        <p:spPr>
          <a:xfrm>
            <a:off x="5096088"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pic>
        <p:nvPicPr>
          <p:cNvPr id="9001" name="RUG logo"/>
          <p:cNvPicPr>
            <a:picLocks noChangeAspect="1"/>
          </p:cNvPicPr>
          <p:nvPr/>
        </p:nvPicPr>
        <p:blipFill>
          <a:blip r:embed="rId2"/>
          <a:stretch>
            <a:fillRect/>
          </a:stretch>
        </p:blipFill>
        <p:spPr>
          <a:xfrm>
            <a:off x="7498080" y="182880"/>
            <a:ext cx="1234440" cy="289865"/>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5"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34975" y="445025"/>
            <a:ext cx="76740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700"/>
              <a:buFont typeface="Bebas Neue"/>
              <a:buNone/>
              <a:defRPr b="1" sz="2700">
                <a:solidFill>
                  <a:schemeClr val="dk1"/>
                </a:solidFill>
                <a:latin typeface="Bebas Neue"/>
                <a:ea typeface="Bebas Neue"/>
                <a:cs typeface="Bebas Neue"/>
                <a:sym typeface="Bebas Neue"/>
              </a:defRPr>
            </a:lvl1pPr>
            <a:lvl2pPr lvl="1" rtl="0">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2pPr>
            <a:lvl3pPr lvl="2" rtl="0">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3pPr>
            <a:lvl4pPr lvl="3" rtl="0">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4pPr>
            <a:lvl5pPr lvl="4" rtl="0">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5pPr>
            <a:lvl6pPr lvl="5" rtl="0">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6pPr>
            <a:lvl7pPr lvl="6" rtl="0">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7pPr>
            <a:lvl8pPr lvl="7" rtl="0">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8pPr>
            <a:lvl9pPr lvl="8" rtl="0">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9pPr>
          </a:lstStyle>
          <a:p/>
        </p:txBody>
      </p:sp>
      <p:sp>
        <p:nvSpPr>
          <p:cNvPr id="7" name="Google Shape;7;p1"/>
          <p:cNvSpPr txBox="1"/>
          <p:nvPr>
            <p:ph idx="1" type="body"/>
          </p:nvPr>
        </p:nvSpPr>
        <p:spPr>
          <a:xfrm>
            <a:off x="734975" y="1152475"/>
            <a:ext cx="76740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1pPr>
            <a:lvl2pPr indent="-317500" lvl="1" marL="9144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2pPr>
            <a:lvl3pPr indent="-317500" lvl="2" marL="13716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3pPr>
            <a:lvl4pPr indent="-317500" lvl="3" marL="18288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4pPr>
            <a:lvl5pPr indent="-317500" lvl="4" marL="22860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5pPr>
            <a:lvl6pPr indent="-317500" lvl="5" marL="27432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6pPr>
            <a:lvl7pPr indent="-317500" lvl="6" marL="32004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7pPr>
            <a:lvl8pPr indent="-317500" lvl="7" marL="36576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8pPr>
            <a:lvl9pPr indent="-317500" lvl="8" marL="41148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9pPr>
          </a:lstStyle>
          <a:p/>
        </p:txBody>
      </p:sp>
      <p:sp>
        <p:nvSpPr>
          <p:cNvPr id="8" name="Google Shape;8;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Barlow"/>
                <a:ea typeface="Barlow"/>
                <a:cs typeface="Barlow"/>
                <a:sym typeface="Barlow"/>
              </a:defRPr>
            </a:lvl1pPr>
            <a:lvl2pPr lvl="1" algn="r">
              <a:buNone/>
              <a:defRPr sz="1300">
                <a:solidFill>
                  <a:schemeClr val="dk1"/>
                </a:solidFill>
                <a:latin typeface="Barlow"/>
                <a:ea typeface="Barlow"/>
                <a:cs typeface="Barlow"/>
                <a:sym typeface="Barlow"/>
              </a:defRPr>
            </a:lvl2pPr>
            <a:lvl3pPr lvl="2" algn="r">
              <a:buNone/>
              <a:defRPr sz="1300">
                <a:solidFill>
                  <a:schemeClr val="dk1"/>
                </a:solidFill>
                <a:latin typeface="Barlow"/>
                <a:ea typeface="Barlow"/>
                <a:cs typeface="Barlow"/>
                <a:sym typeface="Barlow"/>
              </a:defRPr>
            </a:lvl3pPr>
            <a:lvl4pPr lvl="3" algn="r">
              <a:buNone/>
              <a:defRPr sz="1300">
                <a:solidFill>
                  <a:schemeClr val="dk1"/>
                </a:solidFill>
                <a:latin typeface="Barlow"/>
                <a:ea typeface="Barlow"/>
                <a:cs typeface="Barlow"/>
                <a:sym typeface="Barlow"/>
              </a:defRPr>
            </a:lvl4pPr>
            <a:lvl5pPr lvl="4" algn="r">
              <a:buNone/>
              <a:defRPr sz="1300">
                <a:solidFill>
                  <a:schemeClr val="dk1"/>
                </a:solidFill>
                <a:latin typeface="Barlow"/>
                <a:ea typeface="Barlow"/>
                <a:cs typeface="Barlow"/>
                <a:sym typeface="Barlow"/>
              </a:defRPr>
            </a:lvl5pPr>
            <a:lvl6pPr lvl="5" algn="r">
              <a:buNone/>
              <a:defRPr sz="1300">
                <a:solidFill>
                  <a:schemeClr val="dk1"/>
                </a:solidFill>
                <a:latin typeface="Barlow"/>
                <a:ea typeface="Barlow"/>
                <a:cs typeface="Barlow"/>
                <a:sym typeface="Barlow"/>
              </a:defRPr>
            </a:lvl6pPr>
            <a:lvl7pPr lvl="6" algn="r">
              <a:buNone/>
              <a:defRPr sz="1300">
                <a:solidFill>
                  <a:schemeClr val="dk1"/>
                </a:solidFill>
                <a:latin typeface="Barlow"/>
                <a:ea typeface="Barlow"/>
                <a:cs typeface="Barlow"/>
                <a:sym typeface="Barlow"/>
              </a:defRPr>
            </a:lvl7pPr>
            <a:lvl8pPr lvl="7" algn="r">
              <a:buNone/>
              <a:defRPr sz="1300">
                <a:solidFill>
                  <a:schemeClr val="dk1"/>
                </a:solidFill>
                <a:latin typeface="Barlow"/>
                <a:ea typeface="Barlow"/>
                <a:cs typeface="Barlow"/>
                <a:sym typeface="Barlow"/>
              </a:defRPr>
            </a:lvl8pPr>
            <a:lvl9pPr lvl="8" algn="r">
              <a:buNone/>
              <a:defRPr sz="1300">
                <a:solidFill>
                  <a:schemeClr val="dk1"/>
                </a:solidFill>
                <a:latin typeface="Barlow"/>
                <a:ea typeface="Barlow"/>
                <a:cs typeface="Barlow"/>
                <a:sym typeface="Barlow"/>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title_network.png"/><Relationship Id="rId4" Type="http://schemas.openxmlformats.org/officeDocument/2006/relationships/image" Target="../media/image11.png"/></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4.xml"/>
<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5.xml"/>
<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5.xml"/>
<Relationship Id="rId2" Type="http://schemas.openxmlformats.org/officeDocument/2006/relationships/image" Target="../media/heatmap.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5.xml"/>
<Relationship Id="rId2" Type="http://schemas.openxmlformats.org/officeDocument/2006/relationships/image" Target="../media/conf_vs_journal.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5.xml"/>
<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5.xml"/>
<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9" name="Shape 1649"/>
        <p:cNvGrpSpPr/>
        <p:nvPr/>
      </p:nvGrpSpPr>
      <p:grpSpPr>
        <a:xfrm>
          <a:off x="0" y="0"/>
          <a:ext cx="0" cy="0"/>
          <a:chOff x="0" y="0"/>
          <a:chExt cx="0" cy="0"/>
        </a:xfrm>
      </p:grpSpPr>
      <p:sp>
        <p:nvSpPr>
          <p:cNvPr id="1650" name="Google Shape;1650;p26"/>
          <p:cNvSpPr/>
          <p:nvPr/>
        </p:nvSpPr>
        <p:spPr>
          <a:xfrm>
            <a:off x="4056150" y="3764275"/>
            <a:ext cx="2491800" cy="1023000"/>
          </a:xfrm>
          <a:prstGeom prst="rect">
            <a:avLst/>
          </a:prstGeom>
          <a:solidFill>
            <a:srgbClr val="FF0000">
              <a:alpha val="627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26"/>
          <p:cNvSpPr/>
          <p:nvPr/>
        </p:nvSpPr>
        <p:spPr>
          <a:xfrm>
            <a:off x="565675" y="2250100"/>
            <a:ext cx="4504500" cy="14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26"/>
          <p:cNvSpPr txBox="1"/>
          <p:nvPr>
            <p:ph idx="1" type="subTitle"/>
          </p:nvPr>
        </p:nvSpPr>
        <p:spPr>
          <a:xfrm>
            <a:off x="734975" y="3012763"/>
            <a:ext cx="4337400" cy="42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EADH 2026 · University of Groningen</a:t>
            </a:r>
            <a:endParaRPr/>
          </a:p>
        </p:txBody>
      </p:sp>
      <p:sp>
        <p:nvSpPr>
          <p:cNvPr id="1653" name="Google Shape;1653;p26"/>
          <p:cNvSpPr txBox="1"/>
          <p:nvPr>
            <p:ph type="ctrTitle"/>
          </p:nvPr>
        </p:nvSpPr>
        <p:spPr>
          <a:xfrm>
            <a:off x="489475" y="1864072"/>
            <a:ext cx="5172300" cy="1424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a:p>
            <a:pPr indent="0" lvl="0" marL="0" rtl="0" algn="l">
              <a:lnSpc>
                <a:spcPct val="100000"/>
              </a:lnSpc>
              <a:spcBef>
                <a:spcPts val="0"/>
              </a:spcBef>
              <a:spcAft>
                <a:spcPts val="0"/>
              </a:spcAft>
              <a:buNone/>
            </a:pPr>
            <a:r>
              <a:rPr lang="en"/>
              <a:t>Geographic citation</a:t>
            </a:r>
            <a:br>
              <a:rPr lang="en"/>
            </a:br>
            <a:r>
              <a:rPr lang="en">
                <a:solidFill>
                  <a:schemeClr val="lt1"/>
                </a:solidFill>
              </a:rPr>
              <a:t>insularity in DH</a:t>
            </a:r>
            <a:endParaRPr i="1">
              <a:solidFill>
                <a:schemeClr val="lt1"/>
              </a:solidFill>
            </a:endParaRPr>
          </a:p>
        </p:txBody>
      </p:sp>
      <p:pic>
        <p:nvPicPr>
          <p:cNvPr id="1654" name="Google Shape;1654;p26"/>
          <p:cNvPicPr preferRelativeResize="0"/>
          <p:nvPr>
            <p:ph idx="2" type="pic"/>
          </p:nvPr>
        </p:nvPicPr>
        <p:blipFill rotWithShape="1">
          <a:blip r:embed="rId3">
            <a:alphaModFix/>
          </a:blip>
          <a:srcRect b="0" l="0" r="0" t="0"/>
          <a:stretch/>
        </p:blipFill>
        <p:spPr>
          <a:xfrm>
            <a:off x="5291475" y="679950"/>
            <a:ext cx="2969475" cy="3799825"/>
          </a:xfrm>
          <a:prstGeom prst="rect">
            <a:avLst/>
          </a:prstGeom>
        </p:spPr>
      </p:pic>
      <p:sp>
        <p:nvSpPr>
          <p:cNvPr id="1655" name="Google Shape;1655;p26"/>
          <p:cNvSpPr txBox="1"/>
          <p:nvPr>
            <p:ph idx="12" type="sldNum"/>
          </p:nvPr>
        </p:nvSpPr>
        <p:spPr>
          <a:xfrm>
            <a:off x="8250500" y="4608500"/>
            <a:ext cx="695100" cy="27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1656" name="Google Shape;1656;p26"/>
          <p:cNvPicPr preferRelativeResize="0"/>
          <p:nvPr/>
        </p:nvPicPr>
        <p:blipFill rotWithShape="1">
          <a:blip r:embed="rId4">
            <a:alphaModFix/>
          </a:blip>
          <a:srcRect b="0" l="0" r="0" t="0"/>
          <a:stretch/>
        </p:blipFill>
        <p:spPr>
          <a:xfrm>
            <a:off x="299251" y="255802"/>
            <a:ext cx="2219100" cy="520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itle"/>
          <p:cNvSpPr txBox="1"/>
          <p:nvPr/>
        </p:nvSpPr>
        <p:spPr>
          <a:xfrm>
            <a:off x="859536" y="457200"/>
            <a:ext cx="7424928" cy="566928"/>
          </a:xfrm>
          <a:prstGeom prst="rect">
            <a:avLst/>
          </a:prstGeom>
          <a:noFill/>
        </p:spPr>
        <p:txBody>
          <a:bodyPr wrap="square" lIns="0" tIns="0" rIns="0" bIns="0" anchor="ctr">
            <a:noAutofit/>
          </a:bodyPr>
          <a:lstStyle/>
          <a:p>
            <a:pPr algn="ctr" marL="0" indent="0">
              <a:lnSpc>
                <a:spcPct val="100000"/>
              </a:lnSpc>
              <a:spcBef>
                <a:spcPts val="0"/>
              </a:spcBef>
              <a:spcAft>
                <a:spcPts val="0"/>
              </a:spcAft>
              <a:buNone/>
            </a:pPr>
            <a:r>
              <a:rPr lang="en" sz="2800" b="0" i="0">
                <a:solidFill>
                  <a:srgbClr val="191919"/>
                </a:solidFill>
                <a:latin typeface="Bebas Neue"/>
                <a:ea typeface="Bebas Neue"/>
                <a:cs typeface="Bebas Neue"/>
                <a:sym typeface="Bebas Neue"/>
              </a:rPr>
              <a:t xml:space="preserve">Does DH cite </a:t>
            </a:r>
            <a:r>
              <a:rPr lang="en" sz="2800" b="0" i="0">
                <a:solidFill>
                  <a:srgbClr val="FF0000"/>
                </a:solidFill>
                <a:latin typeface="Bebas Neue"/>
                <a:ea typeface="Bebas Neue"/>
                <a:cs typeface="Bebas Neue"/>
                <a:sym typeface="Bebas Neue"/>
              </a:rPr>
              <a:t xml:space="preserve">globally</a:t>
            </a:r>
            <a:r>
              <a:rPr lang="en" sz="2800" b="0" i="0">
                <a:solidFill>
                  <a:srgbClr val="191919"/>
                </a:solidFill>
                <a:latin typeface="Bebas Neue"/>
                <a:ea typeface="Bebas Neue"/>
                <a:cs typeface="Bebas Neue"/>
                <a:sym typeface="Bebas Neue"/>
              </a:rPr>
              <a:t xml:space="preserve">?</a:t>
            </a:r>
          </a:p>
        </p:txBody>
      </p:sp>
      <p:sp>
        <p:nvSpPr>
          <p:cNvPr id="102" name="text"/>
          <p:cNvSpPr txBox="1"/>
          <p:nvPr/>
        </p:nvSpPr>
        <p:spPr>
          <a:xfrm>
            <a:off x="822960" y="1143000"/>
            <a:ext cx="7498080" cy="777240"/>
          </a:xfrm>
          <a:prstGeom prst="rect">
            <a:avLst/>
          </a:prstGeom>
          <a:noFill/>
        </p:spPr>
        <p:txBody>
          <a:bodyPr wrap="square" lIns="0" tIns="0" rIns="0" bIns="0" anchor="ctr">
            <a:noAutofit/>
          </a:bodyPr>
          <a:lstStyle/>
          <a:p>
            <a:pPr algn="ctr" marL="0" indent="0">
              <a:lnSpc>
                <a:spcPct val="100000"/>
              </a:lnSpc>
              <a:spcBef>
                <a:spcPts val="0"/>
              </a:spcBef>
              <a:spcAft>
                <a:spcPts val="0"/>
              </a:spcAft>
              <a:buNone/>
            </a:pPr>
            <a:r>
              <a:rPr lang="en" sz="1900" b="1" i="1">
                <a:solidFill>
                  <a:srgbClr val="FF0000"/>
                </a:solidFill>
                <a:latin typeface="Barlow"/>
                <a:ea typeface="Barlow"/>
                <a:cs typeface="Barlow"/>
                <a:sym typeface="Barlow"/>
              </a:rPr>
              <a:t xml:space="preserve">Do DH scholars cite their own country more than they should — and is that changing?</a:t>
            </a:r>
          </a:p>
        </p:txBody>
      </p:sp>
      <p:sp>
        <p:nvSpPr>
          <p:cNvPr id="103" name="shape"/>
          <p:cNvSpPr/>
          <p:nvPr/>
        </p:nvSpPr>
        <p:spPr>
          <a:xfrm>
            <a:off x="777240" y="2240280"/>
            <a:ext cx="457200" cy="64008"/>
          </a:xfrm>
          <a:prstGeom prst="rect">
            <a:avLst/>
          </a:prstGeom>
          <a:solidFill>
            <a:srgbClr val="FF0000"/>
          </a:solidFill>
          <a:ln>
            <a:noFill/>
          </a:ln>
        </p:spPr>
        <p:txBody>
          <a:bodyPr/>
          <a:lstStyle/>
          <a:p>
            <a:endParaRPr/>
          </a:p>
        </p:txBody>
      </p:sp>
      <p:sp>
        <p:nvSpPr>
          <p:cNvPr id="104" name="text"/>
          <p:cNvSpPr txBox="1"/>
          <p:nvPr/>
        </p:nvSpPr>
        <p:spPr>
          <a:xfrm>
            <a:off x="777240" y="2377440"/>
            <a:ext cx="2331720" cy="1234440"/>
          </a:xfrm>
          <a:prstGeom prst="rect">
            <a:avLst/>
          </a:prstGeom>
          <a:noFill/>
        </p:spPr>
        <p:txBody>
          <a:bodyPr wrap="square" lIns="0" tIns="0" rIns="0" bIns="0" anchor="t">
            <a:noAutofit/>
          </a:bodyPr>
          <a:lstStyle/>
          <a:p>
            <a:pPr algn="l" marL="0" indent="0">
              <a:lnSpc>
                <a:spcPct val="100000"/>
              </a:lnSpc>
              <a:spcBef>
                <a:spcPts val="0"/>
              </a:spcBef>
              <a:spcAft>
                <a:spcPts val="400"/>
              </a:spcAft>
              <a:buNone/>
            </a:pPr>
            <a:r>
              <a:rPr lang="en" sz="1700" b="0" i="0">
                <a:solidFill>
                  <a:srgbClr val="191919"/>
                </a:solidFill>
                <a:latin typeface="Bebas Neue"/>
                <a:ea typeface="Bebas Neue"/>
                <a:cs typeface="Bebas Neue"/>
                <a:sym typeface="Bebas Neue"/>
              </a:rPr>
              <a:t xml:space="preserve">Fiormonte</a:t>
            </a:r>
            <a:r>
              <a:rPr lang="en" sz="1100" b="1" i="1">
                <a:solidFill>
                  <a:srgbClr val="FF0000"/>
                </a:solidFill>
                <a:latin typeface="Barlow"/>
                <a:ea typeface="Barlow"/>
                <a:cs typeface="Barlow"/>
                <a:sym typeface="Barlow"/>
              </a:rPr>
              <a:t xml:space="preserve">  2012</a:t>
            </a:r>
          </a:p>
          <a:p>
            <a:pPr algn="l" marL="0" indent="0">
              <a:lnSpc>
                <a:spcPct val="100000"/>
              </a:lnSpc>
              <a:spcBef>
                <a:spcPts val="0"/>
              </a:spcBef>
              <a:spcAft>
                <a:spcPts val="0"/>
              </a:spcAft>
              <a:buNone/>
            </a:pPr>
            <a:r>
              <a:rPr lang="en" sz="1100" b="0" i="0">
                <a:solidFill>
                  <a:srgbClr val="434343"/>
                </a:solidFill>
                <a:latin typeface="Barlow"/>
                <a:ea typeface="Barlow"/>
                <a:cs typeface="Barlow"/>
                <a:sym typeface="Barlow"/>
              </a:rPr>
              <a:t xml:space="preserve">Anglophone and Western-European power structures shape DH scholarship</a:t>
            </a:r>
          </a:p>
        </p:txBody>
      </p:sp>
      <p:sp>
        <p:nvSpPr>
          <p:cNvPr id="105" name="shape"/>
          <p:cNvSpPr/>
          <p:nvPr/>
        </p:nvSpPr>
        <p:spPr>
          <a:xfrm>
            <a:off x="3383280" y="2240280"/>
            <a:ext cx="457200" cy="64008"/>
          </a:xfrm>
          <a:prstGeom prst="rect">
            <a:avLst/>
          </a:prstGeom>
          <a:solidFill>
            <a:srgbClr val="FF0000"/>
          </a:solidFill>
          <a:ln>
            <a:noFill/>
          </a:ln>
        </p:spPr>
        <p:txBody>
          <a:bodyPr/>
          <a:lstStyle/>
          <a:p>
            <a:endParaRPr/>
          </a:p>
        </p:txBody>
      </p:sp>
      <p:sp>
        <p:nvSpPr>
          <p:cNvPr id="106" name="text"/>
          <p:cNvSpPr txBox="1"/>
          <p:nvPr/>
        </p:nvSpPr>
        <p:spPr>
          <a:xfrm>
            <a:off x="3383280" y="2377440"/>
            <a:ext cx="2331720" cy="1234440"/>
          </a:xfrm>
          <a:prstGeom prst="rect">
            <a:avLst/>
          </a:prstGeom>
          <a:noFill/>
        </p:spPr>
        <p:txBody>
          <a:bodyPr wrap="square" lIns="0" tIns="0" rIns="0" bIns="0" anchor="t">
            <a:noAutofit/>
          </a:bodyPr>
          <a:lstStyle/>
          <a:p>
            <a:pPr algn="l" marL="0" indent="0">
              <a:lnSpc>
                <a:spcPct val="100000"/>
              </a:lnSpc>
              <a:spcBef>
                <a:spcPts val="0"/>
              </a:spcBef>
              <a:spcAft>
                <a:spcPts val="400"/>
              </a:spcAft>
              <a:buNone/>
            </a:pPr>
            <a:r>
              <a:rPr lang="en" sz="1700" b="0" i="0">
                <a:solidFill>
                  <a:srgbClr val="191919"/>
                </a:solidFill>
                <a:latin typeface="Bebas Neue"/>
                <a:ea typeface="Bebas Neue"/>
                <a:cs typeface="Bebas Neue"/>
                <a:sym typeface="Bebas Neue"/>
              </a:rPr>
              <a:t xml:space="preserve">Galina Russell</a:t>
            </a:r>
            <a:r>
              <a:rPr lang="en" sz="1100" b="1" i="1">
                <a:solidFill>
                  <a:srgbClr val="FF0000"/>
                </a:solidFill>
                <a:latin typeface="Barlow"/>
                <a:ea typeface="Barlow"/>
                <a:cs typeface="Barlow"/>
                <a:sym typeface="Barlow"/>
              </a:rPr>
              <a:t xml:space="preserve">  2014</a:t>
            </a:r>
          </a:p>
          <a:p>
            <a:pPr algn="l" marL="0" indent="0">
              <a:lnSpc>
                <a:spcPct val="100000"/>
              </a:lnSpc>
              <a:spcBef>
                <a:spcPts val="0"/>
              </a:spcBef>
              <a:spcAft>
                <a:spcPts val="0"/>
              </a:spcAft>
              <a:buNone/>
            </a:pPr>
            <a:r>
              <a:rPr lang="en" sz="1100" b="0" i="0">
                <a:solidFill>
                  <a:srgbClr val="434343"/>
                </a:solidFill>
                <a:latin typeface="Barlow"/>
                <a:ea typeface="Barlow"/>
                <a:cs typeface="Barlow"/>
                <a:sym typeface="Barlow"/>
              </a:rPr>
              <a:t xml:space="preserve">Geographic and linguistic unevenness of DH research output</a:t>
            </a:r>
          </a:p>
        </p:txBody>
      </p:sp>
      <p:sp>
        <p:nvSpPr>
          <p:cNvPr id="107" name="shape"/>
          <p:cNvSpPr/>
          <p:nvPr/>
        </p:nvSpPr>
        <p:spPr>
          <a:xfrm>
            <a:off x="5989320" y="2240280"/>
            <a:ext cx="457200" cy="64008"/>
          </a:xfrm>
          <a:prstGeom prst="rect">
            <a:avLst/>
          </a:prstGeom>
          <a:solidFill>
            <a:srgbClr val="FF0000"/>
          </a:solidFill>
          <a:ln>
            <a:noFill/>
          </a:ln>
        </p:spPr>
        <p:txBody>
          <a:bodyPr/>
          <a:lstStyle/>
          <a:p>
            <a:endParaRPr/>
          </a:p>
        </p:txBody>
      </p:sp>
      <p:sp>
        <p:nvSpPr>
          <p:cNvPr id="108" name="text"/>
          <p:cNvSpPr txBox="1"/>
          <p:nvPr/>
        </p:nvSpPr>
        <p:spPr>
          <a:xfrm>
            <a:off x="5989320" y="2377440"/>
            <a:ext cx="2331720" cy="1234440"/>
          </a:xfrm>
          <a:prstGeom prst="rect">
            <a:avLst/>
          </a:prstGeom>
          <a:noFill/>
        </p:spPr>
        <p:txBody>
          <a:bodyPr wrap="square" lIns="0" tIns="0" rIns="0" bIns="0" anchor="t">
            <a:noAutofit/>
          </a:bodyPr>
          <a:lstStyle/>
          <a:p>
            <a:pPr algn="l" marL="0" indent="0">
              <a:lnSpc>
                <a:spcPct val="100000"/>
              </a:lnSpc>
              <a:spcBef>
                <a:spcPts val="0"/>
              </a:spcBef>
              <a:spcAft>
                <a:spcPts val="400"/>
              </a:spcAft>
              <a:buNone/>
            </a:pPr>
            <a:r>
              <a:rPr lang="en" sz="1700" b="0" i="0">
                <a:solidFill>
                  <a:srgbClr val="191919"/>
                </a:solidFill>
                <a:latin typeface="Bebas Neue"/>
                <a:ea typeface="Bebas Neue"/>
                <a:cs typeface="Bebas Neue"/>
                <a:sym typeface="Bebas Neue"/>
              </a:rPr>
              <a:t xml:space="preserve">Risam</a:t>
            </a:r>
            <a:r>
              <a:rPr lang="en" sz="1100" b="1" i="1">
                <a:solidFill>
                  <a:srgbClr val="FF0000"/>
                </a:solidFill>
                <a:latin typeface="Barlow"/>
                <a:ea typeface="Barlow"/>
                <a:cs typeface="Barlow"/>
                <a:sym typeface="Barlow"/>
              </a:rPr>
              <a:t xml:space="preserve">  2019</a:t>
            </a:r>
          </a:p>
          <a:p>
            <a:pPr algn="l" marL="0" indent="0">
              <a:lnSpc>
                <a:spcPct val="100000"/>
              </a:lnSpc>
              <a:spcBef>
                <a:spcPts val="0"/>
              </a:spcBef>
              <a:spcAft>
                <a:spcPts val="0"/>
              </a:spcAft>
              <a:buNone/>
            </a:pPr>
            <a:r>
              <a:rPr lang="en" sz="1100" b="0" i="0">
                <a:solidFill>
                  <a:srgbClr val="434343"/>
                </a:solidFill>
                <a:latin typeface="Barlow"/>
                <a:ea typeface="Barlow"/>
                <a:cs typeface="Barlow"/>
                <a:sym typeface="Barlow"/>
              </a:rPr>
              <a:t xml:space="preserve">Digital knowledge production reproduces global inequality</a:t>
            </a:r>
          </a:p>
        </p:txBody>
      </p:sp>
      <p:sp>
        <p:nvSpPr>
          <p:cNvPr id="109" name="text"/>
          <p:cNvSpPr txBox="1"/>
          <p:nvPr/>
        </p:nvSpPr>
        <p:spPr>
          <a:xfrm>
            <a:off x="777240" y="3703320"/>
            <a:ext cx="7315200" cy="640080"/>
          </a:xfrm>
          <a:prstGeom prst="rect">
            <a:avLst/>
          </a:prstGeom>
          <a:noFill/>
        </p:spPr>
        <p:txBody>
          <a:bodyPr wrap="square" lIns="0" tIns="0" rIns="0" bIns="0" anchor="ctr">
            <a:noAutofit/>
          </a:bodyPr>
          <a:lstStyle/>
          <a:p>
            <a:pPr algn="l" marL="0" indent="0">
              <a:lnSpc>
                <a:spcPct val="100000"/>
              </a:lnSpc>
              <a:spcBef>
                <a:spcPts val="0"/>
              </a:spcBef>
              <a:spcAft>
                <a:spcPts val="0"/>
              </a:spcAft>
              <a:buNone/>
            </a:pPr>
            <a:r>
              <a:rPr lang="en" sz="1150" b="0" i="0">
                <a:solidFill>
                  <a:srgbClr val="191919"/>
                </a:solidFill>
                <a:latin typeface="Barlow"/>
                <a:ea typeface="Barlow"/>
                <a:cs typeface="Barlow"/>
                <a:sym typeface="Barlow"/>
              </a:rPr>
              <a:t xml:space="preserve">Evidence so far: qualitative, or counts of conference submissions. </a:t>
            </a:r>
            <a:r>
              <a:rPr lang="en" sz="1150" b="1" i="0">
                <a:solidFill>
                  <a:srgbClr val="191919"/>
                </a:solidFill>
                <a:latin typeface="Barlow"/>
                <a:ea typeface="Barlow"/>
                <a:cs typeface="Barlow"/>
                <a:sym typeface="Barlow"/>
              </a:rPr>
              <a:t xml:space="preserve">Two bibliometric studies — Tang et al. 2017, Spinaci et al. 2022 — neither at citation level.</a:t>
            </a:r>
          </a:p>
        </p:txBody>
      </p:sp>
      <p:sp>
        <p:nvSpPr>
          <p:cNvPr id="110" name="slide number"/>
          <p:cNvSpPr txBox="1"/>
          <p:nvPr>
            <p:ph idx="12" type="sldNum"/>
          </p:nvPr>
        </p:nvSpPr>
        <p:spPr>
          <a:xfrm>
            <a:off x="8250500" y="4608500"/>
            <a:ext cx="695100" cy="279300"/>
          </a:xfrm>
          <a:prstGeom prst="rect">
            <a:avLst/>
          </a:prstGeom>
        </p:spPr>
        <p:txBody>
          <a:bodyPr anchor="ctr"/>
          <a:lstStyle/>
          <a:p>
            <a:pPr algn="ctr"/>
            <a:fld id="{00000000-1234-1234-1234-123412341234}" type="slidenum">
              <a:rPr lang="en" sz="900">
                <a:solidFill>
                  <a:srgbClr val="FF0000"/>
                </a:solidFill>
                <a:latin typeface="Barlow"/>
              </a:rPr>
              <a:t>‹#›</a:t>
            </a:fld>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title"/>
          <p:cNvSpPr txBox="1"/>
          <p:nvPr/>
        </p:nvSpPr>
        <p:spPr>
          <a:xfrm>
            <a:off x="859536" y="457200"/>
            <a:ext cx="7424928" cy="566928"/>
          </a:xfrm>
          <a:prstGeom prst="rect">
            <a:avLst/>
          </a:prstGeom>
          <a:noFill/>
        </p:spPr>
        <p:txBody>
          <a:bodyPr wrap="square" lIns="0" tIns="0" rIns="0" bIns="0" anchor="ctr">
            <a:noAutofit/>
          </a:bodyPr>
          <a:lstStyle/>
          <a:p>
            <a:pPr algn="ctr" marL="0" indent="0">
              <a:lnSpc>
                <a:spcPct val="100000"/>
              </a:lnSpc>
              <a:spcBef>
                <a:spcPts val="0"/>
              </a:spcBef>
              <a:spcAft>
                <a:spcPts val="0"/>
              </a:spcAft>
              <a:buNone/>
            </a:pPr>
            <a:r>
              <a:rPr lang="en" sz="2800" b="0" i="0">
                <a:solidFill>
                  <a:srgbClr val="191919"/>
                </a:solidFill>
                <a:latin typeface="Bebas Neue"/>
                <a:ea typeface="Bebas Neue"/>
                <a:cs typeface="Bebas Neue"/>
                <a:sym typeface="Bebas Neue"/>
              </a:rPr>
              <a:t xml:space="preserve">Insularity in </a:t>
            </a:r>
            <a:r>
              <a:rPr lang="en" sz="2800" b="0" i="0">
                <a:solidFill>
                  <a:srgbClr val="FF0000"/>
                </a:solidFill>
                <a:latin typeface="Bebas Neue"/>
                <a:ea typeface="Bebas Neue"/>
                <a:cs typeface="Bebas Neue"/>
                <a:sym typeface="Bebas Neue"/>
              </a:rPr>
              <a:t xml:space="preserve">one</a:t>
            </a:r>
            <a:r>
              <a:rPr lang="en" sz="2800" b="0" i="0">
                <a:solidFill>
                  <a:srgbClr val="191919"/>
                </a:solidFill>
                <a:latin typeface="Bebas Neue"/>
                <a:ea typeface="Bebas Neue"/>
                <a:cs typeface="Bebas Neue"/>
                <a:sym typeface="Bebas Neue"/>
              </a:rPr>
              <a:t xml:space="preserve"> slide</a:t>
            </a:r>
          </a:p>
        </p:txBody>
      </p:sp>
      <p:sp>
        <p:nvSpPr>
          <p:cNvPr id="112" name="text"/>
          <p:cNvSpPr txBox="1"/>
          <p:nvPr/>
        </p:nvSpPr>
        <p:spPr>
          <a:xfrm>
            <a:off x="548640" y="1097280"/>
            <a:ext cx="4297680" cy="868680"/>
          </a:xfrm>
          <a:prstGeom prst="rect">
            <a:avLst/>
          </a:prstGeom>
          <a:noFill/>
        </p:spPr>
        <p:txBody>
          <a:bodyPr wrap="square" lIns="0" tIns="0" rIns="0" bIns="0" anchor="t">
            <a:noAutofit/>
          </a:bodyPr>
          <a:lstStyle/>
          <a:p>
            <a:pPr algn="l" marL="0" indent="0">
              <a:lnSpc>
                <a:spcPct val="100000"/>
              </a:lnSpc>
              <a:spcBef>
                <a:spcPts val="0"/>
              </a:spcBef>
              <a:spcAft>
                <a:spcPts val="0"/>
              </a:spcAft>
              <a:buNone/>
            </a:pPr>
            <a:r>
              <a:rPr lang="en" sz="1400" b="0" i="0">
                <a:solidFill>
                  <a:srgbClr val="191919"/>
                </a:solidFill>
                <a:latin typeface="Barlow"/>
                <a:ea typeface="Barlow"/>
                <a:cs typeface="Barlow"/>
                <a:sym typeface="Barlow"/>
              </a:rPr>
              <a:t xml:space="preserve">A citation is </a:t>
            </a:r>
            <a:r>
              <a:rPr lang="en" sz="1400" b="1" i="0">
                <a:solidFill>
                  <a:srgbClr val="FF0000"/>
                </a:solidFill>
                <a:latin typeface="Barlow"/>
                <a:ea typeface="Barlow"/>
                <a:cs typeface="Barlow"/>
                <a:sym typeface="Barlow"/>
              </a:rPr>
              <a:t xml:space="preserve">insular</a:t>
            </a:r>
            <a:r>
              <a:rPr lang="en" sz="1400" b="0" i="0">
                <a:solidFill>
                  <a:srgbClr val="191919"/>
                </a:solidFill>
                <a:latin typeface="Barlow"/>
                <a:ea typeface="Barlow"/>
                <a:cs typeface="Barlow"/>
                <a:sym typeface="Barlow"/>
              </a:rPr>
              <a:t xml:space="preserve"> when the citing paper and the cited paper share at least one author country.</a:t>
            </a:r>
          </a:p>
        </p:txBody>
      </p:sp>
      <p:sp>
        <p:nvSpPr>
          <p:cNvPr id="113" name="shape"/>
          <p:cNvSpPr/>
          <p:nvPr/>
        </p:nvSpPr>
        <p:spPr>
          <a:xfrm>
            <a:off x="548640" y="2148840"/>
            <a:ext cx="1188720" cy="502920"/>
          </a:xfrm>
          <a:prstGeom prst="rect">
            <a:avLst/>
          </a:prstGeom>
          <a:solidFill>
            <a:srgbClr val="FFFFFF"/>
          </a:solidFill>
          <a:ln w="9525">
            <a:solidFill>
              <a:srgbClr val="191919"/>
            </a:solidFill>
          </a:ln>
        </p:spPr>
        <p:txBody>
          <a:bodyPr/>
          <a:lstStyle/>
          <a:p>
            <a:endParaRPr/>
          </a:p>
        </p:txBody>
      </p:sp>
      <p:sp>
        <p:nvSpPr>
          <p:cNvPr id="114" name="text"/>
          <p:cNvSpPr txBox="1"/>
          <p:nvPr/>
        </p:nvSpPr>
        <p:spPr>
          <a:xfrm>
            <a:off x="548640" y="2148840"/>
            <a:ext cx="1188720" cy="502920"/>
          </a:xfrm>
          <a:prstGeom prst="rect">
            <a:avLst/>
          </a:prstGeom>
          <a:noFill/>
        </p:spPr>
        <p:txBody>
          <a:bodyPr wrap="square" lIns="0" tIns="0" rIns="0" bIns="0" anchor="ctr">
            <a:noAutofit/>
          </a:bodyPr>
          <a:lstStyle/>
          <a:p>
            <a:pPr algn="ctr" marL="0" indent="0">
              <a:lnSpc>
                <a:spcPct val="100000"/>
              </a:lnSpc>
              <a:spcBef>
                <a:spcPts val="0"/>
              </a:spcBef>
              <a:spcAft>
                <a:spcPts val="0"/>
              </a:spcAft>
              <a:buNone/>
            </a:pPr>
            <a:r>
              <a:rPr lang="en" sz="1600" b="0" i="0">
                <a:solidFill>
                  <a:srgbClr val="191919"/>
                </a:solidFill>
                <a:latin typeface="Bebas Neue"/>
                <a:ea typeface="Bebas Neue"/>
                <a:cs typeface="Bebas Neue"/>
                <a:sym typeface="Bebas Neue"/>
              </a:rPr>
              <a:t xml:space="preserve">DE · FR</a:t>
            </a:r>
          </a:p>
        </p:txBody>
      </p:sp>
      <p:sp>
        <p:nvSpPr>
          <p:cNvPr id="115" name="text"/>
          <p:cNvSpPr txBox="1"/>
          <p:nvPr/>
        </p:nvSpPr>
        <p:spPr>
          <a:xfrm>
            <a:off x="548640" y="2670048"/>
            <a:ext cx="1188720" cy="274320"/>
          </a:xfrm>
          <a:prstGeom prst="rect">
            <a:avLst/>
          </a:prstGeom>
          <a:noFill/>
        </p:spPr>
        <p:txBody>
          <a:bodyPr wrap="square" lIns="0" tIns="0" rIns="0" bIns="0" anchor="t">
            <a:noAutofit/>
          </a:bodyPr>
          <a:lstStyle/>
          <a:p>
            <a:pPr algn="ctr" marL="0" indent="0">
              <a:lnSpc>
                <a:spcPct val="100000"/>
              </a:lnSpc>
              <a:spcBef>
                <a:spcPts val="0"/>
              </a:spcBef>
              <a:spcAft>
                <a:spcPts val="0"/>
              </a:spcAft>
              <a:buNone/>
            </a:pPr>
            <a:r>
              <a:rPr lang="en" sz="900" b="0" i="1">
                <a:solidFill>
                  <a:srgbClr val="595959"/>
                </a:solidFill>
                <a:latin typeface="Barlow"/>
                <a:ea typeface="Barlow"/>
                <a:cs typeface="Barlow"/>
                <a:sym typeface="Barlow"/>
              </a:rPr>
              <a:t xml:space="preserve">citing</a:t>
            </a:r>
          </a:p>
        </p:txBody>
      </p:sp>
      <p:sp>
        <p:nvSpPr>
          <p:cNvPr id="116" name="shape"/>
          <p:cNvSpPr/>
          <p:nvPr/>
        </p:nvSpPr>
        <p:spPr>
          <a:xfrm>
            <a:off x="1874520" y="2286000"/>
            <a:ext cx="685800" cy="228600"/>
          </a:xfrm>
          <a:prstGeom prst="rightArrow">
            <a:avLst/>
          </a:prstGeom>
          <a:solidFill>
            <a:srgbClr val="FF0000"/>
          </a:solidFill>
          <a:ln>
            <a:noFill/>
          </a:ln>
        </p:spPr>
        <p:txBody>
          <a:bodyPr/>
          <a:lstStyle/>
          <a:p>
            <a:endParaRPr/>
          </a:p>
        </p:txBody>
      </p:sp>
      <p:sp>
        <p:nvSpPr>
          <p:cNvPr id="117" name="shape"/>
          <p:cNvSpPr/>
          <p:nvPr/>
        </p:nvSpPr>
        <p:spPr>
          <a:xfrm>
            <a:off x="2697480" y="2148840"/>
            <a:ext cx="1188720" cy="502920"/>
          </a:xfrm>
          <a:prstGeom prst="rect">
            <a:avLst/>
          </a:prstGeom>
          <a:solidFill>
            <a:srgbClr val="FFFFFF"/>
          </a:solidFill>
          <a:ln w="9525">
            <a:solidFill>
              <a:srgbClr val="191919"/>
            </a:solidFill>
          </a:ln>
        </p:spPr>
        <p:txBody>
          <a:bodyPr/>
          <a:lstStyle/>
          <a:p>
            <a:endParaRPr/>
          </a:p>
        </p:txBody>
      </p:sp>
      <p:sp>
        <p:nvSpPr>
          <p:cNvPr id="118" name="text"/>
          <p:cNvSpPr txBox="1"/>
          <p:nvPr/>
        </p:nvSpPr>
        <p:spPr>
          <a:xfrm>
            <a:off x="2697480" y="2148840"/>
            <a:ext cx="1188720" cy="502920"/>
          </a:xfrm>
          <a:prstGeom prst="rect">
            <a:avLst/>
          </a:prstGeom>
          <a:noFill/>
        </p:spPr>
        <p:txBody>
          <a:bodyPr wrap="square" lIns="0" tIns="0" rIns="0" bIns="0" anchor="ctr">
            <a:noAutofit/>
          </a:bodyPr>
          <a:lstStyle/>
          <a:p>
            <a:pPr algn="ctr" marL="0" indent="0">
              <a:lnSpc>
                <a:spcPct val="100000"/>
              </a:lnSpc>
              <a:spcBef>
                <a:spcPts val="0"/>
              </a:spcBef>
              <a:spcAft>
                <a:spcPts val="0"/>
              </a:spcAft>
              <a:buNone/>
            </a:pPr>
            <a:r>
              <a:rPr lang="en" sz="1600" b="0" i="0">
                <a:solidFill>
                  <a:srgbClr val="191919"/>
                </a:solidFill>
                <a:latin typeface="Bebas Neue"/>
                <a:ea typeface="Bebas Neue"/>
                <a:cs typeface="Bebas Neue"/>
                <a:sym typeface="Bebas Neue"/>
              </a:rPr>
              <a:t xml:space="preserve">US · DE</a:t>
            </a:r>
          </a:p>
        </p:txBody>
      </p:sp>
      <p:sp>
        <p:nvSpPr>
          <p:cNvPr id="119" name="text"/>
          <p:cNvSpPr txBox="1"/>
          <p:nvPr/>
        </p:nvSpPr>
        <p:spPr>
          <a:xfrm>
            <a:off x="2697480" y="2670048"/>
            <a:ext cx="1188720" cy="274320"/>
          </a:xfrm>
          <a:prstGeom prst="rect">
            <a:avLst/>
          </a:prstGeom>
          <a:noFill/>
        </p:spPr>
        <p:txBody>
          <a:bodyPr wrap="square" lIns="0" tIns="0" rIns="0" bIns="0" anchor="t">
            <a:noAutofit/>
          </a:bodyPr>
          <a:lstStyle/>
          <a:p>
            <a:pPr algn="ctr" marL="0" indent="0">
              <a:lnSpc>
                <a:spcPct val="100000"/>
              </a:lnSpc>
              <a:spcBef>
                <a:spcPts val="0"/>
              </a:spcBef>
              <a:spcAft>
                <a:spcPts val="0"/>
              </a:spcAft>
              <a:buNone/>
            </a:pPr>
            <a:r>
              <a:rPr lang="en" sz="900" b="0" i="1">
                <a:solidFill>
                  <a:srgbClr val="595959"/>
                </a:solidFill>
                <a:latin typeface="Barlow"/>
                <a:ea typeface="Barlow"/>
                <a:cs typeface="Barlow"/>
                <a:sym typeface="Barlow"/>
              </a:rPr>
              <a:t xml:space="preserve">cited</a:t>
            </a:r>
          </a:p>
        </p:txBody>
      </p:sp>
      <p:sp>
        <p:nvSpPr>
          <p:cNvPr id="120" name="text"/>
          <p:cNvSpPr txBox="1"/>
          <p:nvPr/>
        </p:nvSpPr>
        <p:spPr>
          <a:xfrm>
            <a:off x="4023360" y="2148840"/>
            <a:ext cx="914400" cy="502920"/>
          </a:xfrm>
          <a:prstGeom prst="rect">
            <a:avLst/>
          </a:prstGeom>
          <a:noFill/>
        </p:spPr>
        <p:txBody>
          <a:bodyPr wrap="square" lIns="0" tIns="0" rIns="0" bIns="0" anchor="ctr">
            <a:noAutofit/>
          </a:bodyPr>
          <a:lstStyle/>
          <a:p>
            <a:pPr algn="l" marL="0" indent="0">
              <a:lnSpc>
                <a:spcPct val="100000"/>
              </a:lnSpc>
              <a:spcBef>
                <a:spcPts val="0"/>
              </a:spcBef>
              <a:spcAft>
                <a:spcPts val="0"/>
              </a:spcAft>
              <a:buNone/>
            </a:pPr>
            <a:r>
              <a:rPr lang="en" sz="1400" b="0" i="0">
                <a:solidFill>
                  <a:srgbClr val="FF0000"/>
                </a:solidFill>
                <a:latin typeface="Bebas Neue"/>
                <a:ea typeface="Bebas Neue"/>
                <a:cs typeface="Bebas Neue"/>
                <a:sym typeface="Bebas Neue"/>
              </a:rPr>
              <a:t xml:space="preserve">insular</a:t>
            </a:r>
          </a:p>
        </p:txBody>
      </p:sp>
      <p:sp>
        <p:nvSpPr>
          <p:cNvPr id="121" name="text"/>
          <p:cNvSpPr txBox="1"/>
          <p:nvPr/>
        </p:nvSpPr>
        <p:spPr>
          <a:xfrm>
            <a:off x="548640" y="3017520"/>
            <a:ext cx="4297680" cy="502920"/>
          </a:xfrm>
          <a:prstGeom prst="rect">
            <a:avLst/>
          </a:prstGeom>
          <a:noFill/>
        </p:spPr>
        <p:txBody>
          <a:bodyPr wrap="square" lIns="0" tIns="0" rIns="0" bIns="0" anchor="t">
            <a:noAutofit/>
          </a:bodyPr>
          <a:lstStyle/>
          <a:p>
            <a:pPr algn="l" marL="0" indent="0">
              <a:lnSpc>
                <a:spcPct val="100000"/>
              </a:lnSpc>
              <a:spcBef>
                <a:spcPts val="0"/>
              </a:spcBef>
              <a:spcAft>
                <a:spcPts val="0"/>
              </a:spcAft>
              <a:buNone/>
            </a:pPr>
            <a:r>
              <a:rPr lang="en" sz="1000" b="0" i="1">
                <a:solidFill>
                  <a:srgbClr val="595959"/>
                </a:solidFill>
                <a:latin typeface="Barlow"/>
                <a:ea typeface="Barlow"/>
                <a:cs typeface="Barlow"/>
                <a:sym typeface="Barlow"/>
              </a:rPr>
              <a:t xml:space="preserve">“Any overlap” rule. The stricter majority rule (&gt; 50 % of citing countries) tells the same story at lower levels.</a:t>
            </a:r>
          </a:p>
        </p:txBody>
      </p:sp>
      <p:sp>
        <p:nvSpPr>
          <p:cNvPr id="122" name="text"/>
          <p:cNvSpPr txBox="1"/>
          <p:nvPr/>
        </p:nvSpPr>
        <p:spPr>
          <a:xfrm>
            <a:off x="5212080" y="1097280"/>
            <a:ext cx="3383280" cy="640080"/>
          </a:xfrm>
          <a:prstGeom prst="rect">
            <a:avLst/>
          </a:prstGeom>
          <a:noFill/>
        </p:spPr>
        <p:txBody>
          <a:bodyPr wrap="square" lIns="0" tIns="0" rIns="0" bIns="0" anchor="t">
            <a:noAutofit/>
          </a:bodyPr>
          <a:lstStyle/>
          <a:p>
            <a:pPr algn="l" marL="0" indent="0">
              <a:lnSpc>
                <a:spcPct val="100000"/>
              </a:lnSpc>
              <a:spcBef>
                <a:spcPts val="0"/>
              </a:spcBef>
              <a:spcAft>
                <a:spcPts val="0"/>
              </a:spcAft>
              <a:buNone/>
            </a:pPr>
            <a:r>
              <a:rPr lang="en" sz="1100" b="0" i="0">
                <a:solidFill>
                  <a:srgbClr val="434343"/>
                </a:solidFill>
                <a:latin typeface="Barlow"/>
                <a:ea typeface="Barlow"/>
                <a:cs typeface="Barlow"/>
                <a:sym typeface="Barlow"/>
              </a:rPr>
              <a:t xml:space="preserve">Raw self-citation is meaningless alone: big producers cite themselves because there is more to cite. So compare with what chance predicts —</a:t>
            </a:r>
          </a:p>
        </p:txBody>
      </p:sp>
      <p:sp>
        <p:nvSpPr>
          <p:cNvPr id="123" name="text"/>
          <p:cNvSpPr txBox="1"/>
          <p:nvPr/>
        </p:nvSpPr>
        <p:spPr>
          <a:xfrm>
            <a:off x="5212080" y="1783080"/>
            <a:ext cx="3383280" cy="365760"/>
          </a:xfrm>
          <a:prstGeom prst="rect">
            <a:avLst/>
          </a:prstGeom>
          <a:noFill/>
        </p:spPr>
        <p:txBody>
          <a:bodyPr wrap="square" lIns="0" tIns="0" rIns="0" bIns="0" anchor="t">
            <a:noAutofit/>
          </a:bodyPr>
          <a:lstStyle/>
          <a:p>
            <a:pPr algn="l" marL="0" indent="0">
              <a:lnSpc>
                <a:spcPct val="100000"/>
              </a:lnSpc>
              <a:spcBef>
                <a:spcPts val="0"/>
              </a:spcBef>
              <a:spcAft>
                <a:spcPts val="0"/>
              </a:spcAft>
              <a:buNone/>
            </a:pPr>
            <a:r>
              <a:rPr lang="en" sz="1200" b="1" i="0">
                <a:solidFill>
                  <a:srgbClr val="191919"/>
                </a:solidFill>
                <a:latin typeface="Barlow"/>
                <a:ea typeface="Barlow"/>
                <a:cs typeface="Barlow"/>
                <a:sym typeface="Barlow"/>
              </a:rPr>
              <a:t xml:space="preserve">expected</a:t>
            </a:r>
            <a:r>
              <a:rPr lang="en" sz="1200" b="0" i="0">
                <a:solidFill>
                  <a:srgbClr val="191919"/>
                </a:solidFill>
                <a:latin typeface="Barlow"/>
                <a:ea typeface="Barlow"/>
                <a:cs typeface="Barlow"/>
                <a:sym typeface="Barlow"/>
              </a:rPr>
              <a:t xml:space="preserve"> = a country’s share of everything cited</a:t>
            </a:r>
          </a:p>
        </p:txBody>
      </p:sp>
      <p:sp>
        <p:nvSpPr>
          <p:cNvPr id="124" name="shape"/>
          <p:cNvSpPr/>
          <p:nvPr/>
        </p:nvSpPr>
        <p:spPr>
          <a:xfrm>
            <a:off x="5212080" y="2359152"/>
            <a:ext cx="82296" cy="457200"/>
          </a:xfrm>
          <a:prstGeom prst="rect">
            <a:avLst/>
          </a:prstGeom>
          <a:solidFill>
            <a:srgbClr val="FF0000"/>
          </a:solidFill>
          <a:ln>
            <a:noFill/>
          </a:ln>
        </p:spPr>
        <p:txBody>
          <a:bodyPr/>
          <a:lstStyle/>
          <a:p>
            <a:endParaRPr/>
          </a:p>
        </p:txBody>
      </p:sp>
      <p:sp>
        <p:nvSpPr>
          <p:cNvPr id="125" name="text"/>
          <p:cNvSpPr txBox="1"/>
          <p:nvPr/>
        </p:nvSpPr>
        <p:spPr>
          <a:xfrm>
            <a:off x="5440680" y="2286000"/>
            <a:ext cx="3154680" cy="640080"/>
          </a:xfrm>
          <a:prstGeom prst="rect">
            <a:avLst/>
          </a:prstGeom>
          <a:noFill/>
        </p:spPr>
        <p:txBody>
          <a:bodyPr wrap="square" lIns="0" tIns="0" rIns="0" bIns="0" anchor="t">
            <a:noAutofit/>
          </a:bodyPr>
          <a:lstStyle/>
          <a:p>
            <a:pPr algn="l" marL="0" indent="0">
              <a:lnSpc>
                <a:spcPct val="100000"/>
              </a:lnSpc>
              <a:spcBef>
                <a:spcPts val="0"/>
              </a:spcBef>
              <a:spcAft>
                <a:spcPts val="100"/>
              </a:spcAft>
              <a:buNone/>
            </a:pPr>
            <a:r>
              <a:rPr lang="en" sz="2000" b="0" i="0">
                <a:solidFill>
                  <a:srgbClr val="FF0000"/>
                </a:solidFill>
                <a:latin typeface="Bebas Neue"/>
                <a:ea typeface="Bebas Neue"/>
                <a:cs typeface="Bebas Neue"/>
                <a:sym typeface="Bebas Neue"/>
              </a:rPr>
              <a:t xml:space="preserve">Excess</a:t>
            </a:r>
          </a:p>
          <a:p>
            <a:pPr algn="l" marL="0" indent="0">
              <a:lnSpc>
                <a:spcPct val="100000"/>
              </a:lnSpc>
              <a:spcBef>
                <a:spcPts val="0"/>
              </a:spcBef>
              <a:spcAft>
                <a:spcPts val="0"/>
              </a:spcAft>
              <a:buNone/>
            </a:pPr>
            <a:r>
              <a:rPr lang="en" sz="1100" b="0" i="0">
                <a:solidFill>
                  <a:srgbClr val="191919"/>
                </a:solidFill>
                <a:latin typeface="Barlow"/>
                <a:ea typeface="Barlow"/>
                <a:cs typeface="Barlow"/>
                <a:sym typeface="Barlow"/>
              </a:rPr>
              <a:t xml:space="preserve">observed − expected, in percentage points</a:t>
            </a:r>
          </a:p>
        </p:txBody>
      </p:sp>
      <p:sp>
        <p:nvSpPr>
          <p:cNvPr id="126" name="shape"/>
          <p:cNvSpPr/>
          <p:nvPr/>
        </p:nvSpPr>
        <p:spPr>
          <a:xfrm>
            <a:off x="5212080" y="3136392"/>
            <a:ext cx="82296" cy="457200"/>
          </a:xfrm>
          <a:prstGeom prst="rect">
            <a:avLst/>
          </a:prstGeom>
          <a:solidFill>
            <a:srgbClr val="FF0000"/>
          </a:solidFill>
          <a:ln>
            <a:noFill/>
          </a:ln>
        </p:spPr>
        <p:txBody>
          <a:bodyPr/>
          <a:lstStyle/>
          <a:p>
            <a:endParaRPr/>
          </a:p>
        </p:txBody>
      </p:sp>
      <p:sp>
        <p:nvSpPr>
          <p:cNvPr id="127" name="text"/>
          <p:cNvSpPr txBox="1"/>
          <p:nvPr/>
        </p:nvSpPr>
        <p:spPr>
          <a:xfrm>
            <a:off x="5440680" y="3063240"/>
            <a:ext cx="3154680" cy="640080"/>
          </a:xfrm>
          <a:prstGeom prst="rect">
            <a:avLst/>
          </a:prstGeom>
          <a:noFill/>
        </p:spPr>
        <p:txBody>
          <a:bodyPr wrap="square" lIns="0" tIns="0" rIns="0" bIns="0" anchor="t">
            <a:noAutofit/>
          </a:bodyPr>
          <a:lstStyle/>
          <a:p>
            <a:pPr algn="l" marL="0" indent="0">
              <a:lnSpc>
                <a:spcPct val="100000"/>
              </a:lnSpc>
              <a:spcBef>
                <a:spcPts val="0"/>
              </a:spcBef>
              <a:spcAft>
                <a:spcPts val="100"/>
              </a:spcAft>
              <a:buNone/>
            </a:pPr>
            <a:r>
              <a:rPr lang="en" sz="2000" b="0" i="0">
                <a:solidFill>
                  <a:srgbClr val="FF0000"/>
                </a:solidFill>
                <a:latin typeface="Bebas Neue"/>
                <a:ea typeface="Bebas Neue"/>
                <a:cs typeface="Bebas Neue"/>
                <a:sym typeface="Bebas Neue"/>
              </a:rPr>
              <a:t xml:space="preserve">Ratio</a:t>
            </a:r>
          </a:p>
          <a:p>
            <a:pPr algn="l" marL="0" indent="0">
              <a:lnSpc>
                <a:spcPct val="100000"/>
              </a:lnSpc>
              <a:spcBef>
                <a:spcPts val="0"/>
              </a:spcBef>
              <a:spcAft>
                <a:spcPts val="0"/>
              </a:spcAft>
              <a:buNone/>
            </a:pPr>
            <a:r>
              <a:rPr lang="en" sz="1100" b="0" i="0">
                <a:solidFill>
                  <a:srgbClr val="191919"/>
                </a:solidFill>
                <a:latin typeface="Barlow"/>
                <a:ea typeface="Barlow"/>
                <a:cs typeface="Barlow"/>
                <a:sym typeface="Barlow"/>
              </a:rPr>
              <a:t xml:space="preserve">observed ÷ expected — how many times more insular than chance</a:t>
            </a:r>
          </a:p>
        </p:txBody>
      </p:sp>
      <p:sp>
        <p:nvSpPr>
          <p:cNvPr id="128" name="text"/>
          <p:cNvSpPr txBox="1"/>
          <p:nvPr/>
        </p:nvSpPr>
        <p:spPr>
          <a:xfrm>
            <a:off x="1874520" y="3886200"/>
            <a:ext cx="6675120" cy="457200"/>
          </a:xfrm>
          <a:prstGeom prst="rect">
            <a:avLst/>
          </a:prstGeom>
          <a:noFill/>
        </p:spPr>
        <p:txBody>
          <a:bodyPr wrap="square" lIns="0" tIns="0" rIns="0" bIns="0" anchor="ctr">
            <a:noAutofit/>
          </a:bodyPr>
          <a:lstStyle/>
          <a:p>
            <a:pPr algn="l" marL="0" indent="0">
              <a:lnSpc>
                <a:spcPct val="100000"/>
              </a:lnSpc>
              <a:spcBef>
                <a:spcPts val="0"/>
              </a:spcBef>
              <a:spcAft>
                <a:spcPts val="0"/>
              </a:spcAft>
              <a:buNone/>
            </a:pPr>
            <a:r>
              <a:rPr lang="en" sz="1000" b="0" i="0">
                <a:solidFill>
                  <a:srgbClr val="595959"/>
                </a:solidFill>
                <a:latin typeface="Barlow"/>
                <a:ea typeface="Barlow"/>
                <a:cs typeface="Barlow"/>
                <a:sym typeface="Barlow"/>
              </a:rPr>
              <a:t xml:space="preserve">Significance: 1,000-round permutation — shuffle country labels on the cited side, keep the citation graph, ask whether the real value is extreme.</a:t>
            </a:r>
          </a:p>
        </p:txBody>
      </p:sp>
      <p:sp>
        <p:nvSpPr>
          <p:cNvPr id="129" name="slide number"/>
          <p:cNvSpPr txBox="1"/>
          <p:nvPr>
            <p:ph idx="12" type="sldNum"/>
          </p:nvPr>
        </p:nvSpPr>
        <p:spPr>
          <a:xfrm>
            <a:off x="8250500" y="4608500"/>
            <a:ext cx="695100" cy="279300"/>
          </a:xfrm>
          <a:prstGeom prst="rect">
            <a:avLst/>
          </a:prstGeom>
        </p:spPr>
        <p:txBody>
          <a:bodyPr anchor="ctr"/>
          <a:lstStyle/>
          <a:p>
            <a:pPr algn="ctr"/>
            <a:fld id="{00000000-1234-1234-1234-123412341234}" type="slidenum">
              <a:rPr lang="en" sz="900">
                <a:solidFill>
                  <a:srgbClr val="FF0000"/>
                </a:solidFill>
                <a:latin typeface="Barlow"/>
              </a:rPr>
              <a:t>‹#›</a:t>
            </a:fld>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itle"/>
          <p:cNvSpPr txBox="1"/>
          <p:nvPr/>
        </p:nvSpPr>
        <p:spPr>
          <a:xfrm>
            <a:off x="859536" y="457200"/>
            <a:ext cx="7424928" cy="566928"/>
          </a:xfrm>
          <a:prstGeom prst="rect">
            <a:avLst/>
          </a:prstGeom>
          <a:noFill/>
        </p:spPr>
        <p:txBody>
          <a:bodyPr wrap="square" lIns="0" tIns="0" rIns="0" bIns="0" anchor="ctr">
            <a:noAutofit/>
          </a:bodyPr>
          <a:lstStyle/>
          <a:p>
            <a:pPr algn="ctr" marL="0" indent="0">
              <a:lnSpc>
                <a:spcPct val="100000"/>
              </a:lnSpc>
              <a:spcBef>
                <a:spcPts val="0"/>
              </a:spcBef>
              <a:spcAft>
                <a:spcPts val="0"/>
              </a:spcAft>
              <a:buNone/>
            </a:pPr>
            <a:r>
              <a:rPr lang="en" sz="2800" b="0" i="0">
                <a:solidFill>
                  <a:srgbClr val="191919"/>
                </a:solidFill>
                <a:latin typeface="Bebas Neue"/>
                <a:ea typeface="Bebas Neue"/>
                <a:cs typeface="Bebas Neue"/>
                <a:sym typeface="Bebas Neue"/>
              </a:rPr>
              <a:t xml:space="preserve">Two </a:t>
            </a:r>
            <a:r>
              <a:rPr lang="en" sz="2800" b="0" i="0">
                <a:solidFill>
                  <a:srgbClr val="FF0000"/>
                </a:solidFill>
                <a:latin typeface="Bebas Neue"/>
                <a:ea typeface="Bebas Neue"/>
                <a:cs typeface="Bebas Neue"/>
                <a:sym typeface="Bebas Neue"/>
              </a:rPr>
              <a:t xml:space="preserve">corpora</a:t>
            </a:r>
          </a:p>
        </p:txBody>
      </p:sp>
      <p:sp>
        <p:nvSpPr>
          <p:cNvPr id="131" name="text"/>
          <p:cNvSpPr txBox="1"/>
          <p:nvPr/>
        </p:nvSpPr>
        <p:spPr>
          <a:xfrm>
            <a:off x="594360" y="1051560"/>
            <a:ext cx="822960" cy="640080"/>
          </a:xfrm>
          <a:prstGeom prst="rect">
            <a:avLst/>
          </a:prstGeom>
          <a:noFill/>
        </p:spPr>
        <p:txBody>
          <a:bodyPr wrap="square" lIns="0" tIns="0" rIns="0" bIns="0" anchor="ctr">
            <a:noAutofit/>
          </a:bodyPr>
          <a:lstStyle/>
          <a:p>
            <a:pPr algn="l" marL="0" indent="0">
              <a:lnSpc>
                <a:spcPct val="100000"/>
              </a:lnSpc>
              <a:spcBef>
                <a:spcPts val="0"/>
              </a:spcBef>
              <a:spcAft>
                <a:spcPts val="0"/>
              </a:spcAft>
              <a:buNone/>
            </a:pPr>
            <a:r>
              <a:rPr lang="en" sz="3400" b="0" i="1">
                <a:solidFill>
                  <a:srgbClr val="FF0000"/>
                </a:solidFill>
                <a:latin typeface="Abril Fatface"/>
                <a:ea typeface="Abril Fatface"/>
                <a:cs typeface="Abril Fatface"/>
                <a:sym typeface="Abril Fatface"/>
              </a:rPr>
              <a:t xml:space="preserve">01</a:t>
            </a:r>
          </a:p>
        </p:txBody>
      </p:sp>
      <p:sp>
        <p:nvSpPr>
          <p:cNvPr id="132" name="text"/>
          <p:cNvSpPr txBox="1"/>
          <p:nvPr/>
        </p:nvSpPr>
        <p:spPr>
          <a:xfrm>
            <a:off x="1463040" y="1051560"/>
            <a:ext cx="2834640" cy="640080"/>
          </a:xfrm>
          <a:prstGeom prst="rect">
            <a:avLst/>
          </a:prstGeom>
          <a:noFill/>
        </p:spPr>
        <p:txBody>
          <a:bodyPr wrap="square" lIns="0" tIns="0" rIns="0" bIns="0" anchor="ctr">
            <a:noAutofit/>
          </a:bodyPr>
          <a:lstStyle/>
          <a:p>
            <a:pPr algn="l" marL="0" indent="0">
              <a:lnSpc>
                <a:spcPct val="100000"/>
              </a:lnSpc>
              <a:spcBef>
                <a:spcPts val="0"/>
              </a:spcBef>
              <a:spcAft>
                <a:spcPts val="0"/>
              </a:spcAft>
              <a:buNone/>
            </a:pPr>
            <a:r>
              <a:rPr lang="en" sz="2000" b="0" i="0">
                <a:solidFill>
                  <a:srgbClr val="191919"/>
                </a:solidFill>
                <a:latin typeface="Bebas Neue"/>
                <a:ea typeface="Bebas Neue"/>
                <a:cs typeface="Bebas Neue"/>
                <a:sym typeface="Bebas Neue"/>
              </a:rPr>
              <a:t xml:space="preserve">Journals</a:t>
            </a:r>
          </a:p>
        </p:txBody>
      </p:sp>
      <p:sp>
        <p:nvSpPr>
          <p:cNvPr id="133" name="shape"/>
          <p:cNvSpPr/>
          <p:nvPr/>
        </p:nvSpPr>
        <p:spPr>
          <a:xfrm>
            <a:off x="1490472" y="1664208"/>
            <a:ext cx="1005840" cy="54864"/>
          </a:xfrm>
          <a:prstGeom prst="rect">
            <a:avLst/>
          </a:prstGeom>
          <a:solidFill>
            <a:srgbClr val="FF0000"/>
          </a:solidFill>
          <a:ln>
            <a:noFill/>
          </a:ln>
        </p:spPr>
        <p:txBody>
          <a:bodyPr/>
          <a:lstStyle/>
          <a:p>
            <a:endParaRPr/>
          </a:p>
        </p:txBody>
      </p:sp>
      <p:sp>
        <p:nvSpPr>
          <p:cNvPr id="134" name="text"/>
          <p:cNvSpPr txBox="1"/>
          <p:nvPr/>
        </p:nvSpPr>
        <p:spPr>
          <a:xfrm>
            <a:off x="594360" y="1828800"/>
            <a:ext cx="3703320" cy="2057400"/>
          </a:xfrm>
          <a:prstGeom prst="rect">
            <a:avLst/>
          </a:prstGeom>
          <a:noFill/>
        </p:spPr>
        <p:txBody>
          <a:bodyPr wrap="square" lIns="0" tIns="0" rIns="0" bIns="0" anchor="t">
            <a:noAutofit/>
          </a:bodyPr>
          <a:lstStyle/>
          <a:p>
            <a:pPr algn="l" marL="201168" indent="-201168">
              <a:lnSpc>
                <a:spcPct val="100000"/>
              </a:lnSpc>
              <a:spcBef>
                <a:spcPts val="0"/>
              </a:spcBef>
              <a:spcAft>
                <a:spcPts val="600"/>
              </a:spcAft>
              <a:buClr>
                <a:srgbClr val="FF0000"/>
              </a:buClr>
              <a:buSzPct val="90000"/>
              <a:buFont typeface="Arial"/>
              <a:buChar char="■"/>
            </a:pPr>
            <a:r>
              <a:rPr lang="en" sz="1100" b="0" i="0">
                <a:solidFill>
                  <a:srgbClr val="191919"/>
                </a:solidFill>
                <a:latin typeface="Barlow"/>
                <a:ea typeface="Barlow"/>
                <a:cs typeface="Barlow"/>
                <a:sym typeface="Barlow"/>
              </a:rPr>
              <a:t xml:space="preserve">Spinaci et al. list — 19 Exclusively-DH journals — plus “digital humanities” in any title or abstract</a:t>
            </a:r>
          </a:p>
          <a:p>
            <a:pPr algn="l" marL="201168" indent="-201168">
              <a:lnSpc>
                <a:spcPct val="100000"/>
              </a:lnSpc>
              <a:spcBef>
                <a:spcPts val="0"/>
              </a:spcBef>
              <a:spcAft>
                <a:spcPts val="600"/>
              </a:spcAft>
              <a:buClr>
                <a:srgbClr val="FF0000"/>
              </a:buClr>
              <a:buSzPct val="90000"/>
              <a:buFont typeface="Arial"/>
              <a:buChar char="■"/>
            </a:pPr>
            <a:r>
              <a:rPr lang="en" sz="1100" b="0" i="0">
                <a:solidFill>
                  <a:srgbClr val="191919"/>
                </a:solidFill>
                <a:latin typeface="Barlow"/>
                <a:ea typeface="Barlow"/>
                <a:cs typeface="Barlow"/>
                <a:sym typeface="Barlow"/>
              </a:rPr>
              <a:t xml:space="preserve">OpenAlex API → ~17,600 works, 2000–2025</a:t>
            </a:r>
          </a:p>
          <a:p>
            <a:pPr algn="l" marL="201168" indent="-201168">
              <a:lnSpc>
                <a:spcPct val="100000"/>
              </a:lnSpc>
              <a:spcBef>
                <a:spcPts val="0"/>
              </a:spcBef>
              <a:spcAft>
                <a:spcPts val="600"/>
              </a:spcAft>
              <a:buClr>
                <a:srgbClr val="FF0000"/>
              </a:buClr>
              <a:buSzPct val="90000"/>
              <a:buFont typeface="Arial"/>
              <a:buChar char="■"/>
            </a:pPr>
            <a:r>
              <a:rPr lang="en" sz="1100" b="0" i="0">
                <a:solidFill>
                  <a:srgbClr val="191919"/>
                </a:solidFill>
                <a:latin typeface="Barlow"/>
                <a:ea typeface="Barlow"/>
                <a:cs typeface="Barlow"/>
                <a:sym typeface="Barlow"/>
              </a:rPr>
              <a:t xml:space="preserve">Every reference followed; cited-work countries fetched</a:t>
            </a:r>
          </a:p>
          <a:p>
            <a:pPr algn="l" marL="201168" indent="-201168">
              <a:lnSpc>
                <a:spcPct val="100000"/>
              </a:lnSpc>
              <a:spcBef>
                <a:spcPts val="0"/>
              </a:spcBef>
              <a:spcAft>
                <a:spcPts val="600"/>
              </a:spcAft>
              <a:buClr>
                <a:srgbClr val="FF0000"/>
              </a:buClr>
              <a:buSzPct val="90000"/>
              <a:buFont typeface="Arial"/>
              <a:buChar char="■"/>
            </a:pPr>
            <a:r>
              <a:rPr lang="en" sz="1100" b="0" i="0">
                <a:solidFill>
                  <a:srgbClr val="191919"/>
                </a:solidFill>
                <a:latin typeface="Barlow"/>
                <a:ea typeface="Barlow"/>
                <a:cs typeface="Barlow"/>
                <a:sym typeface="Barlow"/>
              </a:rPr>
              <a:t xml:space="preserve">58,655 citation pairs with country on both ends</a:t>
            </a:r>
          </a:p>
          <a:p>
            <a:pPr algn="l" marL="201168" indent="-201168">
              <a:lnSpc>
                <a:spcPct val="100000"/>
              </a:lnSpc>
              <a:spcBef>
                <a:spcPts val="0"/>
              </a:spcBef>
              <a:spcAft>
                <a:spcPts val="600"/>
              </a:spcAft>
              <a:buClr>
                <a:srgbClr val="FF0000"/>
              </a:buClr>
              <a:buSzPct val="90000"/>
              <a:buFont typeface="Arial"/>
              <a:buChar char="■"/>
            </a:pPr>
            <a:r>
              <a:rPr lang="en" sz="1100" b="0" i="0">
                <a:solidFill>
                  <a:srgbClr val="191919"/>
                </a:solidFill>
                <a:latin typeface="Barlow"/>
                <a:ea typeface="Barlow"/>
                <a:cs typeface="Barlow"/>
                <a:sym typeface="Barlow"/>
              </a:rPr>
              <a:t xml:space="preserve">63 countries with ≥ 100 citations</a:t>
            </a:r>
          </a:p>
        </p:txBody>
      </p:sp>
      <p:sp>
        <p:nvSpPr>
          <p:cNvPr id="135" name="text"/>
          <p:cNvSpPr txBox="1"/>
          <p:nvPr/>
        </p:nvSpPr>
        <p:spPr>
          <a:xfrm>
            <a:off x="4754880" y="1051560"/>
            <a:ext cx="822960" cy="640080"/>
          </a:xfrm>
          <a:prstGeom prst="rect">
            <a:avLst/>
          </a:prstGeom>
          <a:noFill/>
        </p:spPr>
        <p:txBody>
          <a:bodyPr wrap="square" lIns="0" tIns="0" rIns="0" bIns="0" anchor="ctr">
            <a:noAutofit/>
          </a:bodyPr>
          <a:lstStyle/>
          <a:p>
            <a:pPr algn="l" marL="0" indent="0">
              <a:lnSpc>
                <a:spcPct val="100000"/>
              </a:lnSpc>
              <a:spcBef>
                <a:spcPts val="0"/>
              </a:spcBef>
              <a:spcAft>
                <a:spcPts val="0"/>
              </a:spcAft>
              <a:buNone/>
            </a:pPr>
            <a:r>
              <a:rPr lang="en" sz="3400" b="0" i="1">
                <a:solidFill>
                  <a:srgbClr val="FF0000"/>
                </a:solidFill>
                <a:latin typeface="Abril Fatface"/>
                <a:ea typeface="Abril Fatface"/>
                <a:cs typeface="Abril Fatface"/>
                <a:sym typeface="Abril Fatface"/>
              </a:rPr>
              <a:t xml:space="preserve">02</a:t>
            </a:r>
          </a:p>
        </p:txBody>
      </p:sp>
      <p:sp>
        <p:nvSpPr>
          <p:cNvPr id="136" name="text"/>
          <p:cNvSpPr txBox="1"/>
          <p:nvPr/>
        </p:nvSpPr>
        <p:spPr>
          <a:xfrm>
            <a:off x="5623560" y="1051560"/>
            <a:ext cx="2834640" cy="640080"/>
          </a:xfrm>
          <a:prstGeom prst="rect">
            <a:avLst/>
          </a:prstGeom>
          <a:noFill/>
        </p:spPr>
        <p:txBody>
          <a:bodyPr wrap="square" lIns="0" tIns="0" rIns="0" bIns="0" anchor="ctr">
            <a:noAutofit/>
          </a:bodyPr>
          <a:lstStyle/>
          <a:p>
            <a:pPr algn="l" marL="0" indent="0">
              <a:lnSpc>
                <a:spcPct val="100000"/>
              </a:lnSpc>
              <a:spcBef>
                <a:spcPts val="0"/>
              </a:spcBef>
              <a:spcAft>
                <a:spcPts val="0"/>
              </a:spcAft>
              <a:buNone/>
            </a:pPr>
            <a:r>
              <a:rPr lang="en" sz="2000" b="0" i="0">
                <a:solidFill>
                  <a:srgbClr val="191919"/>
                </a:solidFill>
                <a:latin typeface="Bebas Neue"/>
                <a:ea typeface="Bebas Neue"/>
                <a:cs typeface="Bebas Neue"/>
                <a:sym typeface="Bebas Neue"/>
              </a:rPr>
              <a:t xml:space="preserve">ADHO conference</a:t>
            </a:r>
          </a:p>
        </p:txBody>
      </p:sp>
      <p:sp>
        <p:nvSpPr>
          <p:cNvPr id="137" name="shape"/>
          <p:cNvSpPr/>
          <p:nvPr/>
        </p:nvSpPr>
        <p:spPr>
          <a:xfrm>
            <a:off x="5650992" y="1664208"/>
            <a:ext cx="1005840" cy="54864"/>
          </a:xfrm>
          <a:prstGeom prst="rect">
            <a:avLst/>
          </a:prstGeom>
          <a:solidFill>
            <a:srgbClr val="FF0000"/>
          </a:solidFill>
          <a:ln>
            <a:noFill/>
          </a:ln>
        </p:spPr>
        <p:txBody>
          <a:bodyPr/>
          <a:lstStyle/>
          <a:p>
            <a:endParaRPr/>
          </a:p>
        </p:txBody>
      </p:sp>
      <p:sp>
        <p:nvSpPr>
          <p:cNvPr id="138" name="text"/>
          <p:cNvSpPr txBox="1"/>
          <p:nvPr/>
        </p:nvSpPr>
        <p:spPr>
          <a:xfrm>
            <a:off x="4754880" y="1828800"/>
            <a:ext cx="3703320" cy="2057400"/>
          </a:xfrm>
          <a:prstGeom prst="rect">
            <a:avLst/>
          </a:prstGeom>
          <a:noFill/>
        </p:spPr>
        <p:txBody>
          <a:bodyPr wrap="square" lIns="0" tIns="0" rIns="0" bIns="0" anchor="t">
            <a:noAutofit/>
          </a:bodyPr>
          <a:lstStyle/>
          <a:p>
            <a:pPr algn="l" marL="201168" indent="-201168">
              <a:lnSpc>
                <a:spcPct val="100000"/>
              </a:lnSpc>
              <a:spcBef>
                <a:spcPts val="0"/>
              </a:spcBef>
              <a:spcAft>
                <a:spcPts val="600"/>
              </a:spcAft>
              <a:buClr>
                <a:srgbClr val="FF0000"/>
              </a:buClr>
              <a:buSzPct val="90000"/>
              <a:buFont typeface="Arial"/>
              <a:buChar char="■"/>
            </a:pPr>
            <a:r>
              <a:rPr lang="en" sz="1100" b="0" i="0">
                <a:solidFill>
                  <a:srgbClr val="191919"/>
                </a:solidFill>
                <a:latin typeface="Barlow"/>
                <a:ea typeface="Barlow"/>
                <a:cs typeface="Barlow"/>
                <a:sym typeface="Barlow"/>
              </a:rPr>
              <a:t xml:space="preserve">Index of DH Conferences (CMU): abstracts and affiliations, but no reference links</a:t>
            </a:r>
          </a:p>
          <a:p>
            <a:pPr algn="l" marL="201168" indent="-201168">
              <a:lnSpc>
                <a:spcPct val="100000"/>
              </a:lnSpc>
              <a:spcBef>
                <a:spcPts val="0"/>
              </a:spcBef>
              <a:spcAft>
                <a:spcPts val="600"/>
              </a:spcAft>
              <a:buClr>
                <a:srgbClr val="FF0000"/>
              </a:buClr>
              <a:buSzPct val="90000"/>
              <a:buFont typeface="Arial"/>
              <a:buChar char="■"/>
            </a:pPr>
            <a:r>
              <a:rPr lang="en" sz="1100" b="0" i="0">
                <a:solidFill>
                  <a:srgbClr val="191919"/>
                </a:solidFill>
                <a:latin typeface="Barlow"/>
                <a:ea typeface="Barlow"/>
                <a:cs typeface="Barlow"/>
                <a:sym typeface="Barlow"/>
              </a:rPr>
              <a:t xml:space="preserve">Reference strings extracted from full text, parsed with AnyStyle</a:t>
            </a:r>
          </a:p>
          <a:p>
            <a:pPr algn="l" marL="201168" indent="-201168">
              <a:lnSpc>
                <a:spcPct val="100000"/>
              </a:lnSpc>
              <a:spcBef>
                <a:spcPts val="0"/>
              </a:spcBef>
              <a:spcAft>
                <a:spcPts val="600"/>
              </a:spcAft>
              <a:buClr>
                <a:srgbClr val="FF0000"/>
              </a:buClr>
              <a:buSzPct val="90000"/>
              <a:buFont typeface="Arial"/>
              <a:buChar char="■"/>
            </a:pPr>
            <a:r>
              <a:rPr lang="en" sz="1100" b="0" i="0">
                <a:solidFill>
                  <a:srgbClr val="191919"/>
                </a:solidFill>
                <a:latin typeface="Barlow"/>
                <a:ea typeface="Barlow"/>
                <a:cs typeface="Barlow"/>
                <a:sym typeface="Barlow"/>
              </a:rPr>
              <a:t xml:space="preserve">Matched offline against an OpenAlex snapshot: DOI → exact title → fuzzy ≥ .95</a:t>
            </a:r>
          </a:p>
          <a:p>
            <a:pPr algn="l" marL="201168" indent="-201168">
              <a:lnSpc>
                <a:spcPct val="100000"/>
              </a:lnSpc>
              <a:spcBef>
                <a:spcPts val="0"/>
              </a:spcBef>
              <a:spcAft>
                <a:spcPts val="600"/>
              </a:spcAft>
              <a:buClr>
                <a:srgbClr val="FF0000"/>
              </a:buClr>
              <a:buSzPct val="90000"/>
              <a:buFont typeface="Arial"/>
              <a:buChar char="■"/>
            </a:pPr>
            <a:r>
              <a:rPr lang="en" sz="1100" b="0" i="0">
                <a:solidFill>
                  <a:srgbClr val="191919"/>
                </a:solidFill>
                <a:latin typeface="Barlow"/>
                <a:ea typeface="Barlow"/>
                <a:cs typeface="Barlow"/>
                <a:sym typeface="Barlow"/>
              </a:rPr>
              <a:t xml:space="preserve">11,645 resolved (27 %) → ~5,000 citation edges</a:t>
            </a:r>
          </a:p>
          <a:p>
            <a:pPr algn="l" marL="201168" indent="-201168">
              <a:lnSpc>
                <a:spcPct val="100000"/>
              </a:lnSpc>
              <a:spcBef>
                <a:spcPts val="0"/>
              </a:spcBef>
              <a:spcAft>
                <a:spcPts val="600"/>
              </a:spcAft>
              <a:buClr>
                <a:srgbClr val="FF0000"/>
              </a:buClr>
              <a:buSzPct val="90000"/>
              <a:buFont typeface="Arial"/>
              <a:buChar char="■"/>
            </a:pPr>
            <a:r>
              <a:rPr lang="en" sz="1100" b="0" i="0">
                <a:solidFill>
                  <a:srgbClr val="191919"/>
                </a:solidFill>
                <a:latin typeface="Barlow"/>
                <a:ea typeface="Barlow"/>
                <a:cs typeface="Barlow"/>
                <a:sym typeface="Barlow"/>
              </a:rPr>
              <a:t xml:space="preserve">ADHO annual conference and its predecessors only</a:t>
            </a:r>
          </a:p>
        </p:txBody>
      </p:sp>
      <p:sp>
        <p:nvSpPr>
          <p:cNvPr id="139" name="shape"/>
          <p:cNvSpPr/>
          <p:nvPr/>
        </p:nvSpPr>
        <p:spPr>
          <a:xfrm>
            <a:off x="4544568" y="1143000"/>
            <a:ext cx="7315" cy="2651760"/>
          </a:xfrm>
          <a:prstGeom prst="rect">
            <a:avLst/>
          </a:prstGeom>
          <a:solidFill>
            <a:srgbClr val="BFBFBF"/>
          </a:solidFill>
          <a:ln>
            <a:noFill/>
          </a:ln>
        </p:spPr>
        <p:txBody>
          <a:bodyPr/>
          <a:lstStyle/>
          <a:p>
            <a:endParaRPr/>
          </a:p>
        </p:txBody>
      </p:sp>
      <p:sp>
        <p:nvSpPr>
          <p:cNvPr id="140" name="text"/>
          <p:cNvSpPr txBox="1"/>
          <p:nvPr/>
        </p:nvSpPr>
        <p:spPr>
          <a:xfrm>
            <a:off x="594360" y="3931920"/>
            <a:ext cx="7863840" cy="411480"/>
          </a:xfrm>
          <a:prstGeom prst="rect">
            <a:avLst/>
          </a:prstGeom>
          <a:noFill/>
        </p:spPr>
        <p:txBody>
          <a:bodyPr wrap="square" lIns="0" tIns="0" rIns="0" bIns="0" anchor="ctr">
            <a:noAutofit/>
          </a:bodyPr>
          <a:lstStyle/>
          <a:p>
            <a:pPr algn="ctr" marL="0" indent="0">
              <a:lnSpc>
                <a:spcPct val="100000"/>
              </a:lnSpc>
              <a:spcBef>
                <a:spcPts val="0"/>
              </a:spcBef>
              <a:spcAft>
                <a:spcPts val="0"/>
              </a:spcAft>
              <a:buNone/>
            </a:pPr>
            <a:r>
              <a:rPr lang="en" sz="1400" b="1" i="1">
                <a:solidFill>
                  <a:srgbClr val="FF0000"/>
                </a:solidFill>
                <a:latin typeface="Barlow"/>
                <a:ea typeface="Barlow"/>
                <a:cs typeface="Barlow"/>
                <a:sym typeface="Barlow"/>
              </a:rPr>
              <a:t xml:space="preserve">Same measures. Same null model. Applied to both.</a:t>
            </a:r>
          </a:p>
        </p:txBody>
      </p:sp>
      <p:sp>
        <p:nvSpPr>
          <p:cNvPr id="141" name="slide number"/>
          <p:cNvSpPr txBox="1"/>
          <p:nvPr>
            <p:ph idx="12" type="sldNum"/>
          </p:nvPr>
        </p:nvSpPr>
        <p:spPr>
          <a:xfrm>
            <a:off x="8250500" y="4608500"/>
            <a:ext cx="695100" cy="279300"/>
          </a:xfrm>
          <a:prstGeom prst="rect">
            <a:avLst/>
          </a:prstGeom>
        </p:spPr>
        <p:txBody>
          <a:bodyPr anchor="ctr"/>
          <a:lstStyle/>
          <a:p>
            <a:pPr algn="ctr"/>
            <a:fld id="{00000000-1234-1234-1234-123412341234}" type="slidenum">
              <a:rPr lang="en" sz="900">
                <a:solidFill>
                  <a:srgbClr val="FF0000"/>
                </a:solidFill>
                <a:latin typeface="Barlow"/>
              </a:rPr>
              <a:t>‹#›</a:t>
            </a:fld>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title"/>
          <p:cNvSpPr txBox="1"/>
          <p:nvPr/>
        </p:nvSpPr>
        <p:spPr>
          <a:xfrm>
            <a:off x="859536" y="457200"/>
            <a:ext cx="7424928" cy="566928"/>
          </a:xfrm>
          <a:prstGeom prst="rect">
            <a:avLst/>
          </a:prstGeom>
          <a:noFill/>
        </p:spPr>
        <p:txBody>
          <a:bodyPr wrap="square" lIns="0" tIns="0" rIns="0" bIns="0" anchor="ctr">
            <a:noAutofit/>
          </a:bodyPr>
          <a:lstStyle/>
          <a:p>
            <a:pPr algn="ctr" marL="0" indent="0">
              <a:lnSpc>
                <a:spcPct val="100000"/>
              </a:lnSpc>
              <a:spcBef>
                <a:spcPts val="0"/>
              </a:spcBef>
              <a:spcAft>
                <a:spcPts val="0"/>
              </a:spcAft>
              <a:buNone/>
            </a:pPr>
            <a:r>
              <a:rPr lang="en" sz="2800" b="0" i="0">
                <a:solidFill>
                  <a:srgbClr val="FF0000"/>
                </a:solidFill>
                <a:latin typeface="Bebas Neue"/>
                <a:ea typeface="Bebas Neue"/>
                <a:cs typeface="Bebas Neue"/>
                <a:sym typeface="Bebas Neue"/>
              </a:rPr>
              <a:t xml:space="preserve">Everyone</a:t>
            </a:r>
            <a:r>
              <a:rPr lang="en" sz="2800" b="0" i="0">
                <a:solidFill>
                  <a:srgbClr val="191919"/>
                </a:solidFill>
                <a:latin typeface="Bebas Neue"/>
                <a:ea typeface="Bebas Neue"/>
                <a:cs typeface="Bebas Neue"/>
                <a:sym typeface="Bebas Neue"/>
              </a:rPr>
              <a:t xml:space="preserve"> is insular</a:t>
            </a:r>
          </a:p>
        </p:txBody>
      </p:sp>
      <p:graphicFrame>
        <p:nvGraphicFramePr>
          <p:cNvPr id="143" name="table"/>
          <p:cNvGraphicFramePr>
            <a:graphicFrameLocks noGrp="1"/>
          </p:cNvGraphicFramePr>
          <p:nvPr/>
        </p:nvGraphicFramePr>
        <p:xfrm>
          <a:off x="548640" y="1097280"/>
          <a:ext cx="5257800" cy="2240280"/>
        </p:xfrm>
        <a:graphic>
          <a:graphicData uri="http://schemas.openxmlformats.org/drawingml/2006/table">
            <a:tbl>
              <a:tblPr/>
              <a:tblGrid>
                <a:gridCol w="868680"/>
                <a:gridCol w="868680"/>
                <a:gridCol w="914400"/>
                <a:gridCol w="914400"/>
                <a:gridCol w="914400"/>
                <a:gridCol w="777240"/>
              </a:tblGrid>
              <a:tr h="320040">
                <a:tc>
                  <a:txBody>
                    <a:bodyPr/>
                    <a:lstStyle/>
                    <a:p>
                      <a:pPr algn="l" marL="0" indent="0">
                        <a:lnSpc>
                          <a:spcPct val="100000"/>
                        </a:lnSpc>
                        <a:spcBef>
                          <a:spcPts val="0"/>
                        </a:spcBef>
                        <a:spcAft>
                          <a:spcPts val="0"/>
                        </a:spcAft>
                        <a:buNone/>
                      </a:pPr>
                      <a:r>
                        <a:rPr lang="en" sz="1200" b="0" i="0">
                          <a:solidFill>
                            <a:srgbClr val="191919"/>
                          </a:solidFill>
                          <a:latin typeface="Bebas Neue"/>
                          <a:ea typeface="Bebas Neue"/>
                          <a:cs typeface="Bebas Neue"/>
                          <a:sym typeface="Bebas Neue"/>
                        </a:rPr>
                        <a:t xml:space="preserve">Country</a:t>
                      </a:r>
                    </a:p>
                  </a:txBody>
                  <a:tcPr marL="45720" marR="45720" marT="27432" marB="27432" anchor="ctr">
                    <a:lnL w="6350">
                      <a:noFill/>
                    </a:lnL>
                    <a:lnR w="6350">
                      <a:noFill/>
                    </a:lnR>
                    <a:lnT w="6350">
                      <a:noFill/>
                    </a:lnT>
                    <a:lnB w="19050">
                      <a:solidFill>
                        <a:srgbClr val="191919"/>
                      </a:solidFill>
                    </a:lnB>
                    <a:noFill/>
                  </a:tcPr>
                </a:tc>
                <a:tc>
                  <a:txBody>
                    <a:bodyPr/>
                    <a:lstStyle/>
                    <a:p>
                      <a:pPr algn="r" marL="0" indent="0">
                        <a:lnSpc>
                          <a:spcPct val="100000"/>
                        </a:lnSpc>
                        <a:spcBef>
                          <a:spcPts val="0"/>
                        </a:spcBef>
                        <a:spcAft>
                          <a:spcPts val="0"/>
                        </a:spcAft>
                        <a:buNone/>
                      </a:pPr>
                      <a:r>
                        <a:rPr lang="en" sz="1200" b="0" i="0">
                          <a:solidFill>
                            <a:srgbClr val="191919"/>
                          </a:solidFill>
                          <a:latin typeface="Bebas Neue"/>
                          <a:ea typeface="Bebas Neue"/>
                          <a:cs typeface="Bebas Neue"/>
                          <a:sym typeface="Bebas Neue"/>
                        </a:rPr>
                        <a:t xml:space="preserve">N cit.</a:t>
                      </a:r>
                    </a:p>
                  </a:txBody>
                  <a:tcPr marL="45720" marR="45720" marT="27432" marB="27432" anchor="ctr">
                    <a:lnL w="6350">
                      <a:noFill/>
                    </a:lnL>
                    <a:lnR w="6350">
                      <a:noFill/>
                    </a:lnR>
                    <a:lnT w="6350">
                      <a:noFill/>
                    </a:lnT>
                    <a:lnB w="19050">
                      <a:solidFill>
                        <a:srgbClr val="191919"/>
                      </a:solidFill>
                    </a:lnB>
                    <a:noFill/>
                  </a:tcPr>
                </a:tc>
                <a:tc>
                  <a:txBody>
                    <a:bodyPr/>
                    <a:lstStyle/>
                    <a:p>
                      <a:pPr algn="r" marL="0" indent="0">
                        <a:lnSpc>
                          <a:spcPct val="100000"/>
                        </a:lnSpc>
                        <a:spcBef>
                          <a:spcPts val="0"/>
                        </a:spcBef>
                        <a:spcAft>
                          <a:spcPts val="0"/>
                        </a:spcAft>
                        <a:buNone/>
                      </a:pPr>
                      <a:r>
                        <a:rPr lang="en" sz="1200" b="0" i="0">
                          <a:solidFill>
                            <a:srgbClr val="191919"/>
                          </a:solidFill>
                          <a:latin typeface="Bebas Neue"/>
                          <a:ea typeface="Bebas Neue"/>
                          <a:cs typeface="Bebas Neue"/>
                          <a:sym typeface="Bebas Neue"/>
                        </a:rPr>
                        <a:t xml:space="preserve">Observed</a:t>
                      </a:r>
                    </a:p>
                  </a:txBody>
                  <a:tcPr marL="45720" marR="45720" marT="27432" marB="27432" anchor="ctr">
                    <a:lnL w="6350">
                      <a:noFill/>
                    </a:lnL>
                    <a:lnR w="6350">
                      <a:noFill/>
                    </a:lnR>
                    <a:lnT w="6350">
                      <a:noFill/>
                    </a:lnT>
                    <a:lnB w="19050">
                      <a:solidFill>
                        <a:srgbClr val="191919"/>
                      </a:solidFill>
                    </a:lnB>
                    <a:noFill/>
                  </a:tcPr>
                </a:tc>
                <a:tc>
                  <a:txBody>
                    <a:bodyPr/>
                    <a:lstStyle/>
                    <a:p>
                      <a:pPr algn="r" marL="0" indent="0">
                        <a:lnSpc>
                          <a:spcPct val="100000"/>
                        </a:lnSpc>
                        <a:spcBef>
                          <a:spcPts val="0"/>
                        </a:spcBef>
                        <a:spcAft>
                          <a:spcPts val="0"/>
                        </a:spcAft>
                        <a:buNone/>
                      </a:pPr>
                      <a:r>
                        <a:rPr lang="en" sz="1200" b="0" i="0">
                          <a:solidFill>
                            <a:srgbClr val="191919"/>
                          </a:solidFill>
                          <a:latin typeface="Bebas Neue"/>
                          <a:ea typeface="Bebas Neue"/>
                          <a:cs typeface="Bebas Neue"/>
                          <a:sym typeface="Bebas Neue"/>
                        </a:rPr>
                        <a:t xml:space="preserve">Expected</a:t>
                      </a:r>
                    </a:p>
                  </a:txBody>
                  <a:tcPr marL="45720" marR="45720" marT="27432" marB="27432" anchor="ctr">
                    <a:lnL w="6350">
                      <a:noFill/>
                    </a:lnL>
                    <a:lnR w="6350">
                      <a:noFill/>
                    </a:lnR>
                    <a:lnT w="6350">
                      <a:noFill/>
                    </a:lnT>
                    <a:lnB w="19050">
                      <a:solidFill>
                        <a:srgbClr val="191919"/>
                      </a:solidFill>
                    </a:lnB>
                    <a:noFill/>
                  </a:tcPr>
                </a:tc>
                <a:tc>
                  <a:txBody>
                    <a:bodyPr/>
                    <a:lstStyle/>
                    <a:p>
                      <a:pPr algn="r" marL="0" indent="0">
                        <a:lnSpc>
                          <a:spcPct val="100000"/>
                        </a:lnSpc>
                        <a:spcBef>
                          <a:spcPts val="0"/>
                        </a:spcBef>
                        <a:spcAft>
                          <a:spcPts val="0"/>
                        </a:spcAft>
                        <a:buNone/>
                      </a:pPr>
                      <a:r>
                        <a:rPr lang="en" sz="1200" b="0" i="0">
                          <a:solidFill>
                            <a:srgbClr val="191919"/>
                          </a:solidFill>
                          <a:latin typeface="Bebas Neue"/>
                          <a:ea typeface="Bebas Neue"/>
                          <a:cs typeface="Bebas Neue"/>
                          <a:sym typeface="Bebas Neue"/>
                        </a:rPr>
                        <a:t xml:space="preserve">Excess</a:t>
                      </a:r>
                    </a:p>
                  </a:txBody>
                  <a:tcPr marL="45720" marR="45720" marT="27432" marB="27432" anchor="ctr">
                    <a:lnL w="6350">
                      <a:noFill/>
                    </a:lnL>
                    <a:lnR w="6350">
                      <a:noFill/>
                    </a:lnR>
                    <a:lnT w="6350">
                      <a:noFill/>
                    </a:lnT>
                    <a:lnB w="19050">
                      <a:solidFill>
                        <a:srgbClr val="191919"/>
                      </a:solidFill>
                    </a:lnB>
                    <a:noFill/>
                  </a:tcPr>
                </a:tc>
                <a:tc>
                  <a:txBody>
                    <a:bodyPr/>
                    <a:lstStyle/>
                    <a:p>
                      <a:pPr algn="r" marL="0" indent="0">
                        <a:lnSpc>
                          <a:spcPct val="100000"/>
                        </a:lnSpc>
                        <a:spcBef>
                          <a:spcPts val="0"/>
                        </a:spcBef>
                        <a:spcAft>
                          <a:spcPts val="0"/>
                        </a:spcAft>
                        <a:buNone/>
                      </a:pPr>
                      <a:r>
                        <a:rPr lang="en" sz="1200" b="0" i="0">
                          <a:solidFill>
                            <a:srgbClr val="191919"/>
                          </a:solidFill>
                          <a:latin typeface="Bebas Neue"/>
                          <a:ea typeface="Bebas Neue"/>
                          <a:cs typeface="Bebas Neue"/>
                          <a:sym typeface="Bebas Neue"/>
                        </a:rPr>
                        <a:t xml:space="preserve">Ratio</a:t>
                      </a:r>
                    </a:p>
                  </a:txBody>
                  <a:tcPr marL="45720" marR="45720" marT="27432" marB="27432" anchor="ctr">
                    <a:lnL w="6350">
                      <a:noFill/>
                    </a:lnL>
                    <a:lnR w="6350">
                      <a:noFill/>
                    </a:lnR>
                    <a:lnT w="6350">
                      <a:noFill/>
                    </a:lnT>
                    <a:lnB w="19050">
                      <a:solidFill>
                        <a:srgbClr val="191919"/>
                      </a:solidFill>
                    </a:lnB>
                    <a:noFill/>
                  </a:tcPr>
                </a:tc>
              </a:tr>
              <a:tr h="320040">
                <a:tc>
                  <a:txBody>
                    <a:bodyPr/>
                    <a:lstStyle/>
                    <a:p>
                      <a:pPr algn="l" marL="0" indent="0">
                        <a:lnSpc>
                          <a:spcPct val="100000"/>
                        </a:lnSpc>
                        <a:spcBef>
                          <a:spcPts val="0"/>
                        </a:spcBef>
                        <a:spcAft>
                          <a:spcPts val="0"/>
                        </a:spcAft>
                        <a:buNone/>
                      </a:pPr>
                      <a:r>
                        <a:rPr lang="en" sz="1150" b="1" i="0">
                          <a:solidFill>
                            <a:srgbClr val="191919"/>
                          </a:solidFill>
                          <a:latin typeface="Bebas Neue"/>
                          <a:ea typeface="Bebas Neue"/>
                          <a:cs typeface="Bebas Neue"/>
                          <a:sym typeface="Bebas Neue"/>
                        </a:rPr>
                        <a:t xml:space="preserve">US</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c>
                  <a:txBody>
                    <a:bodyPr/>
                    <a:lstStyle/>
                    <a:p>
                      <a:pPr algn="r" marL="0" indent="0">
                        <a:lnSpc>
                          <a:spcPct val="100000"/>
                        </a:lnSpc>
                        <a:spcBef>
                          <a:spcPts val="0"/>
                        </a:spcBef>
                        <a:spcAft>
                          <a:spcPts val="0"/>
                        </a:spcAft>
                        <a:buNone/>
                      </a:pPr>
                      <a:r>
                        <a:rPr lang="en" sz="1150" b="0" i="0">
                          <a:solidFill>
                            <a:srgbClr val="191919"/>
                          </a:solidFill>
                          <a:latin typeface="Barlow"/>
                          <a:ea typeface="Barlow"/>
                          <a:cs typeface="Barlow"/>
                          <a:sym typeface="Barlow"/>
                        </a:rPr>
                        <a:t xml:space="preserve">9,646</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c>
                  <a:txBody>
                    <a:bodyPr/>
                    <a:lstStyle/>
                    <a:p>
                      <a:pPr algn="r" marL="0" indent="0">
                        <a:lnSpc>
                          <a:spcPct val="100000"/>
                        </a:lnSpc>
                        <a:spcBef>
                          <a:spcPts val="0"/>
                        </a:spcBef>
                        <a:spcAft>
                          <a:spcPts val="0"/>
                        </a:spcAft>
                        <a:buNone/>
                      </a:pPr>
                      <a:r>
                        <a:rPr lang="en" sz="1150" b="0" i="0">
                          <a:solidFill>
                            <a:srgbClr val="191919"/>
                          </a:solidFill>
                          <a:latin typeface="Barlow"/>
                          <a:ea typeface="Barlow"/>
                          <a:cs typeface="Barlow"/>
                          <a:sym typeface="Barlow"/>
                        </a:rPr>
                        <a:t xml:space="preserve">.60</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c>
                  <a:txBody>
                    <a:bodyPr/>
                    <a:lstStyle/>
                    <a:p>
                      <a:pPr algn="r" marL="0" indent="0">
                        <a:lnSpc>
                          <a:spcPct val="100000"/>
                        </a:lnSpc>
                        <a:spcBef>
                          <a:spcPts val="0"/>
                        </a:spcBef>
                        <a:spcAft>
                          <a:spcPts val="0"/>
                        </a:spcAft>
                        <a:buNone/>
                      </a:pPr>
                      <a:r>
                        <a:rPr lang="en" sz="1150" b="0" i="0">
                          <a:solidFill>
                            <a:srgbClr val="191919"/>
                          </a:solidFill>
                          <a:latin typeface="Barlow"/>
                          <a:ea typeface="Barlow"/>
                          <a:cs typeface="Barlow"/>
                          <a:sym typeface="Barlow"/>
                        </a:rPr>
                        <a:t xml:space="preserve">.29</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c>
                  <a:txBody>
                    <a:bodyPr/>
                    <a:lstStyle/>
                    <a:p>
                      <a:pPr algn="r" marL="0" indent="0">
                        <a:lnSpc>
                          <a:spcPct val="100000"/>
                        </a:lnSpc>
                        <a:spcBef>
                          <a:spcPts val="0"/>
                        </a:spcBef>
                        <a:spcAft>
                          <a:spcPts val="0"/>
                        </a:spcAft>
                        <a:buNone/>
                      </a:pPr>
                      <a:r>
                        <a:rPr lang="en" sz="1150" b="1" i="0">
                          <a:solidFill>
                            <a:srgbClr val="FF0000"/>
                          </a:solidFill>
                          <a:latin typeface="Barlow"/>
                          <a:ea typeface="Barlow"/>
                          <a:cs typeface="Barlow"/>
                          <a:sym typeface="Barlow"/>
                        </a:rPr>
                        <a:t xml:space="preserve">+31 pp</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c>
                  <a:txBody>
                    <a:bodyPr/>
                    <a:lstStyle/>
                    <a:p>
                      <a:pPr algn="r" marL="0" indent="0">
                        <a:lnSpc>
                          <a:spcPct val="100000"/>
                        </a:lnSpc>
                        <a:spcBef>
                          <a:spcPts val="0"/>
                        </a:spcBef>
                        <a:spcAft>
                          <a:spcPts val="0"/>
                        </a:spcAft>
                        <a:buNone/>
                      </a:pPr>
                      <a:r>
                        <a:rPr lang="en" sz="1150" b="0" i="0">
                          <a:solidFill>
                            <a:srgbClr val="191919"/>
                          </a:solidFill>
                          <a:latin typeface="Barlow"/>
                          <a:ea typeface="Barlow"/>
                          <a:cs typeface="Barlow"/>
                          <a:sym typeface="Barlow"/>
                        </a:rPr>
                        <a:t xml:space="preserve">2.1×</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r>
              <a:tr h="320040">
                <a:tc>
                  <a:txBody>
                    <a:bodyPr/>
                    <a:lstStyle/>
                    <a:p>
                      <a:pPr algn="l" marL="0" indent="0">
                        <a:lnSpc>
                          <a:spcPct val="100000"/>
                        </a:lnSpc>
                        <a:spcBef>
                          <a:spcPts val="0"/>
                        </a:spcBef>
                        <a:spcAft>
                          <a:spcPts val="0"/>
                        </a:spcAft>
                        <a:buNone/>
                      </a:pPr>
                      <a:r>
                        <a:rPr lang="en" sz="1150" b="1" i="0">
                          <a:solidFill>
                            <a:srgbClr val="191919"/>
                          </a:solidFill>
                          <a:latin typeface="Bebas Neue"/>
                          <a:ea typeface="Bebas Neue"/>
                          <a:cs typeface="Bebas Neue"/>
                          <a:sym typeface="Bebas Neue"/>
                        </a:rPr>
                        <a:t xml:space="preserve">GB</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c>
                  <a:txBody>
                    <a:bodyPr/>
                    <a:lstStyle/>
                    <a:p>
                      <a:pPr algn="r" marL="0" indent="0">
                        <a:lnSpc>
                          <a:spcPct val="100000"/>
                        </a:lnSpc>
                        <a:spcBef>
                          <a:spcPts val="0"/>
                        </a:spcBef>
                        <a:spcAft>
                          <a:spcPts val="0"/>
                        </a:spcAft>
                        <a:buNone/>
                      </a:pPr>
                      <a:r>
                        <a:rPr lang="en" sz="1150" b="0" i="0">
                          <a:solidFill>
                            <a:srgbClr val="191919"/>
                          </a:solidFill>
                          <a:latin typeface="Barlow"/>
                          <a:ea typeface="Barlow"/>
                          <a:cs typeface="Barlow"/>
                          <a:sym typeface="Barlow"/>
                        </a:rPr>
                        <a:t xml:space="preserve">8,111</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c>
                  <a:txBody>
                    <a:bodyPr/>
                    <a:lstStyle/>
                    <a:p>
                      <a:pPr algn="r" marL="0" indent="0">
                        <a:lnSpc>
                          <a:spcPct val="100000"/>
                        </a:lnSpc>
                        <a:spcBef>
                          <a:spcPts val="0"/>
                        </a:spcBef>
                        <a:spcAft>
                          <a:spcPts val="0"/>
                        </a:spcAft>
                        <a:buNone/>
                      </a:pPr>
                      <a:r>
                        <a:rPr lang="en" sz="1150" b="0" i="0">
                          <a:solidFill>
                            <a:srgbClr val="191919"/>
                          </a:solidFill>
                          <a:latin typeface="Barlow"/>
                          <a:ea typeface="Barlow"/>
                          <a:cs typeface="Barlow"/>
                          <a:sym typeface="Barlow"/>
                        </a:rPr>
                        <a:t xml:space="preserve">.38</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c>
                  <a:txBody>
                    <a:bodyPr/>
                    <a:lstStyle/>
                    <a:p>
                      <a:pPr algn="r" marL="0" indent="0">
                        <a:lnSpc>
                          <a:spcPct val="100000"/>
                        </a:lnSpc>
                        <a:spcBef>
                          <a:spcPts val="0"/>
                        </a:spcBef>
                        <a:spcAft>
                          <a:spcPts val="0"/>
                        </a:spcAft>
                        <a:buNone/>
                      </a:pPr>
                      <a:r>
                        <a:rPr lang="en" sz="1150" b="0" i="0">
                          <a:solidFill>
                            <a:srgbClr val="191919"/>
                          </a:solidFill>
                          <a:latin typeface="Barlow"/>
                          <a:ea typeface="Barlow"/>
                          <a:cs typeface="Barlow"/>
                          <a:sym typeface="Barlow"/>
                        </a:rPr>
                        <a:t xml:space="preserve">.12</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c>
                  <a:txBody>
                    <a:bodyPr/>
                    <a:lstStyle/>
                    <a:p>
                      <a:pPr algn="r" marL="0" indent="0">
                        <a:lnSpc>
                          <a:spcPct val="100000"/>
                        </a:lnSpc>
                        <a:spcBef>
                          <a:spcPts val="0"/>
                        </a:spcBef>
                        <a:spcAft>
                          <a:spcPts val="0"/>
                        </a:spcAft>
                        <a:buNone/>
                      </a:pPr>
                      <a:r>
                        <a:rPr lang="en" sz="1150" b="0" i="0">
                          <a:solidFill>
                            <a:srgbClr val="191919"/>
                          </a:solidFill>
                          <a:latin typeface="Barlow"/>
                          <a:ea typeface="Barlow"/>
                          <a:cs typeface="Barlow"/>
                          <a:sym typeface="Barlow"/>
                        </a:rPr>
                        <a:t xml:space="preserve">+27 pp</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c>
                  <a:txBody>
                    <a:bodyPr/>
                    <a:lstStyle/>
                    <a:p>
                      <a:pPr algn="r" marL="0" indent="0">
                        <a:lnSpc>
                          <a:spcPct val="100000"/>
                        </a:lnSpc>
                        <a:spcBef>
                          <a:spcPts val="0"/>
                        </a:spcBef>
                        <a:spcAft>
                          <a:spcPts val="0"/>
                        </a:spcAft>
                        <a:buNone/>
                      </a:pPr>
                      <a:r>
                        <a:rPr lang="en" sz="1150" b="0" i="0">
                          <a:solidFill>
                            <a:srgbClr val="191919"/>
                          </a:solidFill>
                          <a:latin typeface="Barlow"/>
                          <a:ea typeface="Barlow"/>
                          <a:cs typeface="Barlow"/>
                          <a:sym typeface="Barlow"/>
                        </a:rPr>
                        <a:t xml:space="preserve">3.3×</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r>
              <a:tr h="320040">
                <a:tc>
                  <a:txBody>
                    <a:bodyPr/>
                    <a:lstStyle/>
                    <a:p>
                      <a:pPr algn="l" marL="0" indent="0">
                        <a:lnSpc>
                          <a:spcPct val="100000"/>
                        </a:lnSpc>
                        <a:spcBef>
                          <a:spcPts val="0"/>
                        </a:spcBef>
                        <a:spcAft>
                          <a:spcPts val="0"/>
                        </a:spcAft>
                        <a:buNone/>
                      </a:pPr>
                      <a:r>
                        <a:rPr lang="en" sz="1150" b="1" i="0">
                          <a:solidFill>
                            <a:srgbClr val="191919"/>
                          </a:solidFill>
                          <a:latin typeface="Bebas Neue"/>
                          <a:ea typeface="Bebas Neue"/>
                          <a:cs typeface="Bebas Neue"/>
                          <a:sym typeface="Bebas Neue"/>
                        </a:rPr>
                        <a:t xml:space="preserve">CN</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c>
                  <a:txBody>
                    <a:bodyPr/>
                    <a:lstStyle/>
                    <a:p>
                      <a:pPr algn="r" marL="0" indent="0">
                        <a:lnSpc>
                          <a:spcPct val="100000"/>
                        </a:lnSpc>
                        <a:spcBef>
                          <a:spcPts val="0"/>
                        </a:spcBef>
                        <a:spcAft>
                          <a:spcPts val="0"/>
                        </a:spcAft>
                        <a:buNone/>
                      </a:pPr>
                      <a:r>
                        <a:rPr lang="en" sz="1150" b="0" i="0">
                          <a:solidFill>
                            <a:srgbClr val="191919"/>
                          </a:solidFill>
                          <a:latin typeface="Barlow"/>
                          <a:ea typeface="Barlow"/>
                          <a:cs typeface="Barlow"/>
                          <a:sym typeface="Barlow"/>
                        </a:rPr>
                        <a:t xml:space="preserve">6,449</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c>
                  <a:txBody>
                    <a:bodyPr/>
                    <a:lstStyle/>
                    <a:p>
                      <a:pPr algn="r" marL="0" indent="0">
                        <a:lnSpc>
                          <a:spcPct val="100000"/>
                        </a:lnSpc>
                        <a:spcBef>
                          <a:spcPts val="0"/>
                        </a:spcBef>
                        <a:spcAft>
                          <a:spcPts val="0"/>
                        </a:spcAft>
                        <a:buNone/>
                      </a:pPr>
                      <a:r>
                        <a:rPr lang="en" sz="1150" b="0" i="0">
                          <a:solidFill>
                            <a:srgbClr val="191919"/>
                          </a:solidFill>
                          <a:latin typeface="Barlow"/>
                          <a:ea typeface="Barlow"/>
                          <a:cs typeface="Barlow"/>
                          <a:sym typeface="Barlow"/>
                        </a:rPr>
                        <a:t xml:space="preserve">.30</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c>
                  <a:txBody>
                    <a:bodyPr/>
                    <a:lstStyle/>
                    <a:p>
                      <a:pPr algn="r" marL="0" indent="0">
                        <a:lnSpc>
                          <a:spcPct val="100000"/>
                        </a:lnSpc>
                        <a:spcBef>
                          <a:spcPts val="0"/>
                        </a:spcBef>
                        <a:spcAft>
                          <a:spcPts val="0"/>
                        </a:spcAft>
                        <a:buNone/>
                      </a:pPr>
                      <a:r>
                        <a:rPr lang="en" sz="1150" b="0" i="0">
                          <a:solidFill>
                            <a:srgbClr val="191919"/>
                          </a:solidFill>
                          <a:latin typeface="Barlow"/>
                          <a:ea typeface="Barlow"/>
                          <a:cs typeface="Barlow"/>
                          <a:sym typeface="Barlow"/>
                        </a:rPr>
                        <a:t xml:space="preserve">.04</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c>
                  <a:txBody>
                    <a:bodyPr/>
                    <a:lstStyle/>
                    <a:p>
                      <a:pPr algn="r" marL="0" indent="0">
                        <a:lnSpc>
                          <a:spcPct val="100000"/>
                        </a:lnSpc>
                        <a:spcBef>
                          <a:spcPts val="0"/>
                        </a:spcBef>
                        <a:spcAft>
                          <a:spcPts val="0"/>
                        </a:spcAft>
                        <a:buNone/>
                      </a:pPr>
                      <a:r>
                        <a:rPr lang="en" sz="1150" b="0" i="0">
                          <a:solidFill>
                            <a:srgbClr val="191919"/>
                          </a:solidFill>
                          <a:latin typeface="Barlow"/>
                          <a:ea typeface="Barlow"/>
                          <a:cs typeface="Barlow"/>
                          <a:sym typeface="Barlow"/>
                        </a:rPr>
                        <a:t xml:space="preserve">+26 pp</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c>
                  <a:txBody>
                    <a:bodyPr/>
                    <a:lstStyle/>
                    <a:p>
                      <a:pPr algn="r" marL="0" indent="0">
                        <a:lnSpc>
                          <a:spcPct val="100000"/>
                        </a:lnSpc>
                        <a:spcBef>
                          <a:spcPts val="0"/>
                        </a:spcBef>
                        <a:spcAft>
                          <a:spcPts val="0"/>
                        </a:spcAft>
                        <a:buNone/>
                      </a:pPr>
                      <a:r>
                        <a:rPr lang="en" sz="1150" b="0" i="0">
                          <a:solidFill>
                            <a:srgbClr val="191919"/>
                          </a:solidFill>
                          <a:latin typeface="Barlow"/>
                          <a:ea typeface="Barlow"/>
                          <a:cs typeface="Barlow"/>
                          <a:sym typeface="Barlow"/>
                        </a:rPr>
                        <a:t xml:space="preserve">7.4×</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r>
              <a:tr h="320040">
                <a:tc>
                  <a:txBody>
                    <a:bodyPr/>
                    <a:lstStyle/>
                    <a:p>
                      <a:pPr algn="l" marL="0" indent="0">
                        <a:lnSpc>
                          <a:spcPct val="100000"/>
                        </a:lnSpc>
                        <a:spcBef>
                          <a:spcPts val="0"/>
                        </a:spcBef>
                        <a:spcAft>
                          <a:spcPts val="0"/>
                        </a:spcAft>
                        <a:buNone/>
                      </a:pPr>
                      <a:r>
                        <a:rPr lang="en" sz="1150" b="1" i="0">
                          <a:solidFill>
                            <a:srgbClr val="191919"/>
                          </a:solidFill>
                          <a:latin typeface="Bebas Neue"/>
                          <a:ea typeface="Bebas Neue"/>
                          <a:cs typeface="Bebas Neue"/>
                          <a:sym typeface="Bebas Neue"/>
                        </a:rPr>
                        <a:t xml:space="preserve">FR</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c>
                  <a:txBody>
                    <a:bodyPr/>
                    <a:lstStyle/>
                    <a:p>
                      <a:pPr algn="r" marL="0" indent="0">
                        <a:lnSpc>
                          <a:spcPct val="100000"/>
                        </a:lnSpc>
                        <a:spcBef>
                          <a:spcPts val="0"/>
                        </a:spcBef>
                        <a:spcAft>
                          <a:spcPts val="0"/>
                        </a:spcAft>
                        <a:buNone/>
                      </a:pPr>
                      <a:r>
                        <a:rPr lang="en" sz="1150" b="0" i="0">
                          <a:solidFill>
                            <a:srgbClr val="191919"/>
                          </a:solidFill>
                          <a:latin typeface="Barlow"/>
                          <a:ea typeface="Barlow"/>
                          <a:cs typeface="Barlow"/>
                          <a:sym typeface="Barlow"/>
                        </a:rPr>
                        <a:t xml:space="preserve">3,294</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c>
                  <a:txBody>
                    <a:bodyPr/>
                    <a:lstStyle/>
                    <a:p>
                      <a:pPr algn="r" marL="0" indent="0">
                        <a:lnSpc>
                          <a:spcPct val="100000"/>
                        </a:lnSpc>
                        <a:spcBef>
                          <a:spcPts val="0"/>
                        </a:spcBef>
                        <a:spcAft>
                          <a:spcPts val="0"/>
                        </a:spcAft>
                        <a:buNone/>
                      </a:pPr>
                      <a:r>
                        <a:rPr lang="en" sz="1150" b="0" i="0">
                          <a:solidFill>
                            <a:srgbClr val="191919"/>
                          </a:solidFill>
                          <a:latin typeface="Barlow"/>
                          <a:ea typeface="Barlow"/>
                          <a:cs typeface="Barlow"/>
                          <a:sym typeface="Barlow"/>
                        </a:rPr>
                        <a:t xml:space="preserve">.36</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c>
                  <a:txBody>
                    <a:bodyPr/>
                    <a:lstStyle/>
                    <a:p>
                      <a:pPr algn="r" marL="0" indent="0">
                        <a:lnSpc>
                          <a:spcPct val="100000"/>
                        </a:lnSpc>
                        <a:spcBef>
                          <a:spcPts val="0"/>
                        </a:spcBef>
                        <a:spcAft>
                          <a:spcPts val="0"/>
                        </a:spcAft>
                        <a:buNone/>
                      </a:pPr>
                      <a:r>
                        <a:rPr lang="en" sz="1150" b="0" i="0">
                          <a:solidFill>
                            <a:srgbClr val="191919"/>
                          </a:solidFill>
                          <a:latin typeface="Barlow"/>
                          <a:ea typeface="Barlow"/>
                          <a:cs typeface="Barlow"/>
                          <a:sym typeface="Barlow"/>
                        </a:rPr>
                        <a:t xml:space="preserve">.03</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c>
                  <a:txBody>
                    <a:bodyPr/>
                    <a:lstStyle/>
                    <a:p>
                      <a:pPr algn="r" marL="0" indent="0">
                        <a:lnSpc>
                          <a:spcPct val="100000"/>
                        </a:lnSpc>
                        <a:spcBef>
                          <a:spcPts val="0"/>
                        </a:spcBef>
                        <a:spcAft>
                          <a:spcPts val="0"/>
                        </a:spcAft>
                        <a:buNone/>
                      </a:pPr>
                      <a:r>
                        <a:rPr lang="en" sz="1150" b="1" i="0">
                          <a:solidFill>
                            <a:srgbClr val="FF0000"/>
                          </a:solidFill>
                          <a:latin typeface="Barlow"/>
                          <a:ea typeface="Barlow"/>
                          <a:cs typeface="Barlow"/>
                          <a:sym typeface="Barlow"/>
                        </a:rPr>
                        <a:t xml:space="preserve">+32 pp</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c>
                  <a:txBody>
                    <a:bodyPr/>
                    <a:lstStyle/>
                    <a:p>
                      <a:pPr algn="r" marL="0" indent="0">
                        <a:lnSpc>
                          <a:spcPct val="100000"/>
                        </a:lnSpc>
                        <a:spcBef>
                          <a:spcPts val="0"/>
                        </a:spcBef>
                        <a:spcAft>
                          <a:spcPts val="0"/>
                        </a:spcAft>
                        <a:buNone/>
                      </a:pPr>
                      <a:r>
                        <a:rPr lang="en" sz="1150" b="0" i="0">
                          <a:solidFill>
                            <a:srgbClr val="191919"/>
                          </a:solidFill>
                          <a:latin typeface="Barlow"/>
                          <a:ea typeface="Barlow"/>
                          <a:cs typeface="Barlow"/>
                          <a:sym typeface="Barlow"/>
                        </a:rPr>
                        <a:t xml:space="preserve">10.7×</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r>
              <a:tr h="320040">
                <a:tc>
                  <a:txBody>
                    <a:bodyPr/>
                    <a:lstStyle/>
                    <a:p>
                      <a:pPr algn="l" marL="0" indent="0">
                        <a:lnSpc>
                          <a:spcPct val="100000"/>
                        </a:lnSpc>
                        <a:spcBef>
                          <a:spcPts val="0"/>
                        </a:spcBef>
                        <a:spcAft>
                          <a:spcPts val="0"/>
                        </a:spcAft>
                        <a:buNone/>
                      </a:pPr>
                      <a:r>
                        <a:rPr lang="en" sz="1150" b="1" i="0">
                          <a:solidFill>
                            <a:srgbClr val="191919"/>
                          </a:solidFill>
                          <a:latin typeface="Bebas Neue"/>
                          <a:ea typeface="Bebas Neue"/>
                          <a:cs typeface="Bebas Neue"/>
                          <a:sym typeface="Bebas Neue"/>
                        </a:rPr>
                        <a:t xml:space="preserve">FI</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c>
                  <a:txBody>
                    <a:bodyPr/>
                    <a:lstStyle/>
                    <a:p>
                      <a:pPr algn="r" marL="0" indent="0">
                        <a:lnSpc>
                          <a:spcPct val="100000"/>
                        </a:lnSpc>
                        <a:spcBef>
                          <a:spcPts val="0"/>
                        </a:spcBef>
                        <a:spcAft>
                          <a:spcPts val="0"/>
                        </a:spcAft>
                        <a:buNone/>
                      </a:pPr>
                      <a:r>
                        <a:rPr lang="en" sz="1150" b="0" i="0">
                          <a:solidFill>
                            <a:srgbClr val="191919"/>
                          </a:solidFill>
                          <a:latin typeface="Barlow"/>
                          <a:ea typeface="Barlow"/>
                          <a:cs typeface="Barlow"/>
                          <a:sym typeface="Barlow"/>
                        </a:rPr>
                        <a:t xml:space="preserve">1,489</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c>
                  <a:txBody>
                    <a:bodyPr/>
                    <a:lstStyle/>
                    <a:p>
                      <a:pPr algn="r" marL="0" indent="0">
                        <a:lnSpc>
                          <a:spcPct val="100000"/>
                        </a:lnSpc>
                        <a:spcBef>
                          <a:spcPts val="0"/>
                        </a:spcBef>
                        <a:spcAft>
                          <a:spcPts val="0"/>
                        </a:spcAft>
                        <a:buNone/>
                      </a:pPr>
                      <a:r>
                        <a:rPr lang="en" sz="1150" b="0" i="0">
                          <a:solidFill>
                            <a:srgbClr val="191919"/>
                          </a:solidFill>
                          <a:latin typeface="Barlow"/>
                          <a:ea typeface="Barlow"/>
                          <a:cs typeface="Barlow"/>
                          <a:sym typeface="Barlow"/>
                        </a:rPr>
                        <a:t xml:space="preserve">.31</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c>
                  <a:txBody>
                    <a:bodyPr/>
                    <a:lstStyle/>
                    <a:p>
                      <a:pPr algn="r" marL="0" indent="0">
                        <a:lnSpc>
                          <a:spcPct val="100000"/>
                        </a:lnSpc>
                        <a:spcBef>
                          <a:spcPts val="0"/>
                        </a:spcBef>
                        <a:spcAft>
                          <a:spcPts val="0"/>
                        </a:spcAft>
                        <a:buNone/>
                      </a:pPr>
                      <a:r>
                        <a:rPr lang="en" sz="1150" b="0" i="0">
                          <a:solidFill>
                            <a:srgbClr val="191919"/>
                          </a:solidFill>
                          <a:latin typeface="Barlow"/>
                          <a:ea typeface="Barlow"/>
                          <a:cs typeface="Barlow"/>
                          <a:sym typeface="Barlow"/>
                        </a:rPr>
                        <a:t xml:space="preserve">.01</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c>
                  <a:txBody>
                    <a:bodyPr/>
                    <a:lstStyle/>
                    <a:p>
                      <a:pPr algn="r" marL="0" indent="0">
                        <a:lnSpc>
                          <a:spcPct val="100000"/>
                        </a:lnSpc>
                        <a:spcBef>
                          <a:spcPts val="0"/>
                        </a:spcBef>
                        <a:spcAft>
                          <a:spcPts val="0"/>
                        </a:spcAft>
                        <a:buNone/>
                      </a:pPr>
                      <a:r>
                        <a:rPr lang="en" sz="1150" b="0" i="0">
                          <a:solidFill>
                            <a:srgbClr val="191919"/>
                          </a:solidFill>
                          <a:latin typeface="Barlow"/>
                          <a:ea typeface="Barlow"/>
                          <a:cs typeface="Barlow"/>
                          <a:sym typeface="Barlow"/>
                        </a:rPr>
                        <a:t xml:space="preserve">+30 pp</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c>
                  <a:txBody>
                    <a:bodyPr/>
                    <a:lstStyle/>
                    <a:p>
                      <a:pPr algn="r" marL="0" indent="0">
                        <a:lnSpc>
                          <a:spcPct val="100000"/>
                        </a:lnSpc>
                        <a:spcBef>
                          <a:spcPts val="0"/>
                        </a:spcBef>
                        <a:spcAft>
                          <a:spcPts val="0"/>
                        </a:spcAft>
                        <a:buNone/>
                      </a:pPr>
                      <a:r>
                        <a:rPr lang="en" sz="1150" b="1" i="0">
                          <a:solidFill>
                            <a:srgbClr val="FF0000"/>
                          </a:solidFill>
                          <a:latin typeface="Barlow"/>
                          <a:ea typeface="Barlow"/>
                          <a:cs typeface="Barlow"/>
                          <a:sym typeface="Barlow"/>
                        </a:rPr>
                        <a:t xml:space="preserve">31.2×</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r>
              <a:tr h="320040">
                <a:tc>
                  <a:txBody>
                    <a:bodyPr/>
                    <a:lstStyle/>
                    <a:p>
                      <a:pPr algn="l" marL="0" indent="0">
                        <a:lnSpc>
                          <a:spcPct val="100000"/>
                        </a:lnSpc>
                        <a:spcBef>
                          <a:spcPts val="0"/>
                        </a:spcBef>
                        <a:spcAft>
                          <a:spcPts val="0"/>
                        </a:spcAft>
                        <a:buNone/>
                      </a:pPr>
                      <a:r>
                        <a:rPr lang="en" sz="1150" b="1" i="0">
                          <a:solidFill>
                            <a:srgbClr val="191919"/>
                          </a:solidFill>
                          <a:latin typeface="Bebas Neue"/>
                          <a:ea typeface="Bebas Neue"/>
                          <a:cs typeface="Bebas Neue"/>
                          <a:sym typeface="Bebas Neue"/>
                        </a:rPr>
                        <a:t xml:space="preserve">AT</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c>
                  <a:txBody>
                    <a:bodyPr/>
                    <a:lstStyle/>
                    <a:p>
                      <a:pPr algn="r" marL="0" indent="0">
                        <a:lnSpc>
                          <a:spcPct val="100000"/>
                        </a:lnSpc>
                        <a:spcBef>
                          <a:spcPts val="0"/>
                        </a:spcBef>
                        <a:spcAft>
                          <a:spcPts val="0"/>
                        </a:spcAft>
                        <a:buNone/>
                      </a:pPr>
                      <a:r>
                        <a:rPr lang="en" sz="1150" b="0" i="0">
                          <a:solidFill>
                            <a:srgbClr val="191919"/>
                          </a:solidFill>
                          <a:latin typeface="Barlow"/>
                          <a:ea typeface="Barlow"/>
                          <a:cs typeface="Barlow"/>
                          <a:sym typeface="Barlow"/>
                        </a:rPr>
                        <a:t xml:space="preserve">1,414</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c>
                  <a:txBody>
                    <a:bodyPr/>
                    <a:lstStyle/>
                    <a:p>
                      <a:pPr algn="r" marL="0" indent="0">
                        <a:lnSpc>
                          <a:spcPct val="100000"/>
                        </a:lnSpc>
                        <a:spcBef>
                          <a:spcPts val="0"/>
                        </a:spcBef>
                        <a:spcAft>
                          <a:spcPts val="0"/>
                        </a:spcAft>
                        <a:buNone/>
                      </a:pPr>
                      <a:r>
                        <a:rPr lang="en" sz="1150" b="0" i="0">
                          <a:solidFill>
                            <a:srgbClr val="191919"/>
                          </a:solidFill>
                          <a:latin typeface="Barlow"/>
                          <a:ea typeface="Barlow"/>
                          <a:cs typeface="Barlow"/>
                          <a:sym typeface="Barlow"/>
                        </a:rPr>
                        <a:t xml:space="preserve">.28</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c>
                  <a:txBody>
                    <a:bodyPr/>
                    <a:lstStyle/>
                    <a:p>
                      <a:pPr algn="r" marL="0" indent="0">
                        <a:lnSpc>
                          <a:spcPct val="100000"/>
                        </a:lnSpc>
                        <a:spcBef>
                          <a:spcPts val="0"/>
                        </a:spcBef>
                        <a:spcAft>
                          <a:spcPts val="0"/>
                        </a:spcAft>
                        <a:buNone/>
                      </a:pPr>
                      <a:r>
                        <a:rPr lang="en" sz="1150" b="0" i="0">
                          <a:solidFill>
                            <a:srgbClr val="191919"/>
                          </a:solidFill>
                          <a:latin typeface="Barlow"/>
                          <a:ea typeface="Barlow"/>
                          <a:cs typeface="Barlow"/>
                          <a:sym typeface="Barlow"/>
                        </a:rPr>
                        <a:t xml:space="preserve">.01</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c>
                  <a:txBody>
                    <a:bodyPr/>
                    <a:lstStyle/>
                    <a:p>
                      <a:pPr algn="r" marL="0" indent="0">
                        <a:lnSpc>
                          <a:spcPct val="100000"/>
                        </a:lnSpc>
                        <a:spcBef>
                          <a:spcPts val="0"/>
                        </a:spcBef>
                        <a:spcAft>
                          <a:spcPts val="0"/>
                        </a:spcAft>
                        <a:buNone/>
                      </a:pPr>
                      <a:r>
                        <a:rPr lang="en" sz="1150" b="0" i="0">
                          <a:solidFill>
                            <a:srgbClr val="191919"/>
                          </a:solidFill>
                          <a:latin typeface="Barlow"/>
                          <a:ea typeface="Barlow"/>
                          <a:cs typeface="Barlow"/>
                          <a:sym typeface="Barlow"/>
                        </a:rPr>
                        <a:t xml:space="preserve">+27 pp</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c>
                  <a:txBody>
                    <a:bodyPr/>
                    <a:lstStyle/>
                    <a:p>
                      <a:pPr algn="r" marL="0" indent="0">
                        <a:lnSpc>
                          <a:spcPct val="100000"/>
                        </a:lnSpc>
                        <a:spcBef>
                          <a:spcPts val="0"/>
                        </a:spcBef>
                        <a:spcAft>
                          <a:spcPts val="0"/>
                        </a:spcAft>
                        <a:buNone/>
                      </a:pPr>
                      <a:r>
                        <a:rPr lang="en" sz="1150" b="1" i="0">
                          <a:solidFill>
                            <a:srgbClr val="FF0000"/>
                          </a:solidFill>
                          <a:latin typeface="Barlow"/>
                          <a:ea typeface="Barlow"/>
                          <a:cs typeface="Barlow"/>
                          <a:sym typeface="Barlow"/>
                        </a:rPr>
                        <a:t xml:space="preserve">27.9×</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r>
            </a:tbl>
          </a:graphicData>
        </a:graphic>
      </p:graphicFrame>
      <p:sp>
        <p:nvSpPr>
          <p:cNvPr id="144" name="text"/>
          <p:cNvSpPr txBox="1"/>
          <p:nvPr/>
        </p:nvSpPr>
        <p:spPr>
          <a:xfrm>
            <a:off x="6035040" y="1143000"/>
            <a:ext cx="2560320" cy="731520"/>
          </a:xfrm>
          <a:prstGeom prst="rect">
            <a:avLst/>
          </a:prstGeom>
          <a:noFill/>
        </p:spPr>
        <p:txBody>
          <a:bodyPr wrap="square" lIns="0" tIns="0" rIns="0" bIns="0" anchor="ctr">
            <a:noAutofit/>
          </a:bodyPr>
          <a:lstStyle/>
          <a:p>
            <a:pPr algn="l" marL="0" indent="0">
              <a:lnSpc>
                <a:spcPct val="100000"/>
              </a:lnSpc>
              <a:spcBef>
                <a:spcPts val="0"/>
              </a:spcBef>
              <a:spcAft>
                <a:spcPts val="0"/>
              </a:spcAft>
              <a:buNone/>
            </a:pPr>
            <a:r>
              <a:rPr lang="en" sz="3600" b="0" i="1">
                <a:solidFill>
                  <a:srgbClr val="FF0000"/>
                </a:solidFill>
                <a:latin typeface="Abril Fatface"/>
                <a:ea typeface="Abril Fatface"/>
                <a:cs typeface="Abril Fatface"/>
                <a:sym typeface="Abril Fatface"/>
              </a:rPr>
              <a:t xml:space="preserve">30 / 30</a:t>
            </a:r>
          </a:p>
        </p:txBody>
      </p:sp>
      <p:sp>
        <p:nvSpPr>
          <p:cNvPr id="145" name="text"/>
          <p:cNvSpPr txBox="1"/>
          <p:nvPr/>
        </p:nvSpPr>
        <p:spPr>
          <a:xfrm>
            <a:off x="6035040" y="1874520"/>
            <a:ext cx="2560320" cy="640080"/>
          </a:xfrm>
          <a:prstGeom prst="rect">
            <a:avLst/>
          </a:prstGeom>
          <a:noFill/>
        </p:spPr>
        <p:txBody>
          <a:bodyPr wrap="square" lIns="0" tIns="0" rIns="0" bIns="0" anchor="t">
            <a:noAutofit/>
          </a:bodyPr>
          <a:lstStyle/>
          <a:p>
            <a:pPr algn="l" marL="0" indent="0">
              <a:lnSpc>
                <a:spcPct val="100000"/>
              </a:lnSpc>
              <a:spcBef>
                <a:spcPts val="0"/>
              </a:spcBef>
              <a:spcAft>
                <a:spcPts val="0"/>
              </a:spcAft>
              <a:buNone/>
            </a:pPr>
            <a:r>
              <a:rPr lang="en" sz="1500" b="0" i="0">
                <a:solidFill>
                  <a:srgbClr val="191919"/>
                </a:solidFill>
                <a:latin typeface="Bebas Neue"/>
                <a:ea typeface="Bebas Neue"/>
                <a:cs typeface="Bebas Neue"/>
                <a:sym typeface="Bebas Neue"/>
              </a:rPr>
              <a:t xml:space="preserve">countries above chance</a:t>
            </a:r>
          </a:p>
          <a:p>
            <a:pPr algn="l" marL="0" indent="0">
              <a:lnSpc>
                <a:spcPct val="100000"/>
              </a:lnSpc>
              <a:spcBef>
                <a:spcPts val="0"/>
              </a:spcBef>
              <a:spcAft>
                <a:spcPts val="0"/>
              </a:spcAft>
              <a:buNone/>
            </a:pPr>
            <a:r>
              <a:rPr lang="en" sz="1000" b="0" i="0">
                <a:solidFill>
                  <a:srgbClr val="595959"/>
                </a:solidFill>
                <a:latin typeface="Barlow"/>
                <a:ea typeface="Barlow"/>
                <a:cs typeface="Barlow"/>
                <a:sym typeface="Barlow"/>
              </a:rPr>
              <a:t xml:space="preserve">p &lt; .001 · all with ≥ 100 citations</a:t>
            </a:r>
          </a:p>
        </p:txBody>
      </p:sp>
      <p:sp>
        <p:nvSpPr>
          <p:cNvPr id="146" name="text"/>
          <p:cNvSpPr txBox="1"/>
          <p:nvPr/>
        </p:nvSpPr>
        <p:spPr>
          <a:xfrm>
            <a:off x="6035040" y="2606040"/>
            <a:ext cx="2560320" cy="548640"/>
          </a:xfrm>
          <a:prstGeom prst="rect">
            <a:avLst/>
          </a:prstGeom>
          <a:noFill/>
        </p:spPr>
        <p:txBody>
          <a:bodyPr wrap="square" lIns="0" tIns="0" rIns="0" bIns="0" anchor="t">
            <a:noAutofit/>
          </a:bodyPr>
          <a:lstStyle/>
          <a:p>
            <a:pPr algn="l" marL="0" indent="0">
              <a:lnSpc>
                <a:spcPct val="100000"/>
              </a:lnSpc>
              <a:spcBef>
                <a:spcPts val="0"/>
              </a:spcBef>
              <a:spcAft>
                <a:spcPts val="0"/>
              </a:spcAft>
              <a:buNone/>
            </a:pPr>
            <a:r>
              <a:rPr lang="en" sz="1200" b="1" i="1">
                <a:solidFill>
                  <a:srgbClr val="FF0000"/>
                </a:solidFill>
                <a:latin typeface="Barlow"/>
                <a:ea typeface="Barlow"/>
                <a:cs typeface="Barlow"/>
                <a:sym typeface="Barlow"/>
              </a:rPr>
              <a:t xml:space="preserve">Structural, not a US quirk.</a:t>
            </a:r>
          </a:p>
        </p:txBody>
      </p:sp>
      <p:sp>
        <p:nvSpPr>
          <p:cNvPr id="147" name="text"/>
          <p:cNvSpPr txBox="1"/>
          <p:nvPr/>
        </p:nvSpPr>
        <p:spPr>
          <a:xfrm>
            <a:off x="1828800" y="3611880"/>
            <a:ext cx="6766560" cy="777240"/>
          </a:xfrm>
          <a:prstGeom prst="rect">
            <a:avLst/>
          </a:prstGeom>
          <a:noFill/>
        </p:spPr>
        <p:txBody>
          <a:bodyPr wrap="square" lIns="0" tIns="0" rIns="0" bIns="0" anchor="t">
            <a:noAutofit/>
          </a:bodyPr>
          <a:lstStyle/>
          <a:p>
            <a:pPr algn="l" marL="0" indent="0">
              <a:lnSpc>
                <a:spcPct val="100000"/>
              </a:lnSpc>
              <a:spcBef>
                <a:spcPts val="0"/>
              </a:spcBef>
              <a:spcAft>
                <a:spcPts val="400"/>
              </a:spcAft>
              <a:buNone/>
            </a:pPr>
            <a:r>
              <a:rPr lang="en" sz="1150" b="1" i="0">
                <a:solidFill>
                  <a:srgbClr val="191919"/>
                </a:solidFill>
                <a:latin typeface="Barlow"/>
                <a:ea typeface="Barlow"/>
                <a:cs typeface="Barlow"/>
                <a:sym typeface="Barlow"/>
              </a:rPr>
              <a:t xml:space="preserve">By excess: </a:t>
            </a:r>
            <a:r>
              <a:rPr lang="en" sz="1150" b="0" i="0">
                <a:solidFill>
                  <a:srgbClr val="191919"/>
                </a:solidFill>
                <a:latin typeface="Barlow"/>
                <a:ea typeface="Barlow"/>
                <a:cs typeface="Barlow"/>
                <a:sym typeface="Barlow"/>
              </a:rPr>
              <a:t xml:space="preserve">France and the US lead, 31–32 points above expectation.</a:t>
            </a:r>
          </a:p>
          <a:p>
            <a:pPr algn="l" marL="0" indent="0">
              <a:lnSpc>
                <a:spcPct val="100000"/>
              </a:lnSpc>
              <a:spcBef>
                <a:spcPts val="0"/>
              </a:spcBef>
              <a:spcAft>
                <a:spcPts val="0"/>
              </a:spcAft>
              <a:buNone/>
            </a:pPr>
            <a:r>
              <a:rPr lang="en" sz="1150" b="1" i="0">
                <a:solidFill>
                  <a:srgbClr val="191919"/>
                </a:solidFill>
                <a:latin typeface="Barlow"/>
                <a:ea typeface="Barlow"/>
                <a:cs typeface="Barlow"/>
                <a:sym typeface="Barlow"/>
              </a:rPr>
              <a:t xml:space="preserve">By ratio: </a:t>
            </a:r>
            <a:r>
              <a:rPr lang="en" sz="1150" b="0" i="0">
                <a:solidFill>
                  <a:srgbClr val="191919"/>
                </a:solidFill>
                <a:latin typeface="Barlow"/>
                <a:ea typeface="Barlow"/>
                <a:cs typeface="Barlow"/>
                <a:sym typeface="Barlow"/>
              </a:rPr>
              <a:t xml:space="preserve">Finland 31×, Austria 28×, Greece 23× — the US just 2×. Small, cohesive national communities amplify most.</a:t>
            </a:r>
          </a:p>
        </p:txBody>
      </p:sp>
      <p:sp>
        <p:nvSpPr>
          <p:cNvPr id="148" name="slide number"/>
          <p:cNvSpPr txBox="1"/>
          <p:nvPr>
            <p:ph idx="12" type="sldNum"/>
          </p:nvPr>
        </p:nvSpPr>
        <p:spPr>
          <a:xfrm>
            <a:off x="8250500" y="4608500"/>
            <a:ext cx="695100" cy="279300"/>
          </a:xfrm>
          <a:prstGeom prst="rect">
            <a:avLst/>
          </a:prstGeom>
        </p:spPr>
        <p:txBody>
          <a:bodyPr anchor="ctr"/>
          <a:lstStyle/>
          <a:p>
            <a:pPr algn="ctr"/>
            <a:fld id="{00000000-1234-1234-1234-123412341234}" type="slidenum">
              <a:rPr lang="en" sz="900">
                <a:solidFill>
                  <a:srgbClr val="FF0000"/>
                </a:solidFill>
                <a:latin typeface="Barlow"/>
              </a:rPr>
              <a:t>‹#›</a:t>
            </a:fld>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title"/>
          <p:cNvSpPr txBox="1"/>
          <p:nvPr/>
        </p:nvSpPr>
        <p:spPr>
          <a:xfrm>
            <a:off x="859536" y="457200"/>
            <a:ext cx="7424928" cy="566928"/>
          </a:xfrm>
          <a:prstGeom prst="rect">
            <a:avLst/>
          </a:prstGeom>
          <a:noFill/>
        </p:spPr>
        <p:txBody>
          <a:bodyPr wrap="square" lIns="0" tIns="0" rIns="0" bIns="0" anchor="ctr">
            <a:noAutofit/>
          </a:bodyPr>
          <a:lstStyle/>
          <a:p>
            <a:pPr algn="ctr" marL="0" indent="0">
              <a:lnSpc>
                <a:spcPct val="100000"/>
              </a:lnSpc>
              <a:spcBef>
                <a:spcPts val="0"/>
              </a:spcBef>
              <a:spcAft>
                <a:spcPts val="0"/>
              </a:spcAft>
              <a:buNone/>
            </a:pPr>
            <a:r>
              <a:rPr lang="en" sz="2800" b="0" i="0">
                <a:solidFill>
                  <a:srgbClr val="191919"/>
                </a:solidFill>
                <a:latin typeface="Bebas Neue"/>
                <a:ea typeface="Bebas Neue"/>
                <a:cs typeface="Bebas Neue"/>
                <a:sym typeface="Bebas Neue"/>
              </a:rPr>
              <a:t xml:space="preserve">Who cites </a:t>
            </a:r>
            <a:r>
              <a:rPr lang="en" sz="2800" b="0" i="0">
                <a:solidFill>
                  <a:srgbClr val="FF0000"/>
                </a:solidFill>
                <a:latin typeface="Bebas Neue"/>
                <a:ea typeface="Bebas Neue"/>
                <a:cs typeface="Bebas Neue"/>
                <a:sym typeface="Bebas Neue"/>
              </a:rPr>
              <a:t xml:space="preserve">whom</a:t>
            </a:r>
            <a:r>
              <a:rPr lang="en" sz="2800" b="0" i="0">
                <a:solidFill>
                  <a:srgbClr val="191919"/>
                </a:solidFill>
                <a:latin typeface="Bebas Neue"/>
                <a:ea typeface="Bebas Neue"/>
                <a:cs typeface="Bebas Neue"/>
                <a:sym typeface="Bebas Neue"/>
              </a:rPr>
              <a:t xml:space="preserve">?</a:t>
            </a:r>
          </a:p>
        </p:txBody>
      </p:sp>
      <p:pic>
        <p:nvPicPr>
          <p:cNvPr id="150" name="picture"/>
          <p:cNvPicPr>
            <a:picLocks noChangeAspect="1"/>
          </p:cNvPicPr>
          <p:nvPr/>
        </p:nvPicPr>
        <p:blipFill>
          <a:blip r:embed="rId2"/>
          <a:stretch>
            <a:fillRect/>
          </a:stretch>
        </p:blipFill>
        <p:spPr>
          <a:xfrm>
            <a:off x="502920" y="1024128"/>
            <a:ext cx="4507992" cy="3383280"/>
          </a:xfrm>
          <a:prstGeom prst="rect">
            <a:avLst/>
          </a:prstGeom>
          <a:ln w="6350">
            <a:solidFill>
              <a:srgbClr val="434343"/>
            </a:solidFill>
          </a:ln>
        </p:spPr>
      </p:pic>
      <p:sp>
        <p:nvSpPr>
          <p:cNvPr id="151" name="text"/>
          <p:cNvSpPr txBox="1"/>
          <p:nvPr/>
        </p:nvSpPr>
        <p:spPr>
          <a:xfrm>
            <a:off x="502920" y="4425696"/>
            <a:ext cx="4507992" cy="228600"/>
          </a:xfrm>
          <a:prstGeom prst="rect">
            <a:avLst/>
          </a:prstGeom>
          <a:noFill/>
        </p:spPr>
        <p:txBody>
          <a:bodyPr wrap="square" lIns="0" tIns="0" rIns="0" bIns="0" anchor="t">
            <a:noAutofit/>
          </a:bodyPr>
          <a:lstStyle/>
          <a:p>
            <a:pPr algn="l" marL="0" indent="0">
              <a:lnSpc>
                <a:spcPct val="100000"/>
              </a:lnSpc>
              <a:spcBef>
                <a:spcPts val="0"/>
              </a:spcBef>
              <a:spcAft>
                <a:spcPts val="0"/>
              </a:spcAft>
              <a:buNone/>
            </a:pPr>
            <a:r>
              <a:rPr lang="en" sz="800" b="0" i="0">
                <a:solidFill>
                  <a:srgbClr val="595959"/>
                </a:solidFill>
                <a:latin typeface="Barlow"/>
                <a:ea typeface="Barlow"/>
                <a:cs typeface="Barlow"/>
                <a:sym typeface="Barlow"/>
              </a:rPr>
              <a:t xml:space="preserve">Cell = observed − expected citation share · top 30 countries · N = 58,655</a:t>
            </a:r>
          </a:p>
        </p:txBody>
      </p:sp>
      <p:sp>
        <p:nvSpPr>
          <p:cNvPr id="152" name="shape"/>
          <p:cNvSpPr/>
          <p:nvPr/>
        </p:nvSpPr>
        <p:spPr>
          <a:xfrm>
            <a:off x="5349240" y="1161288"/>
            <a:ext cx="82296" cy="384048"/>
          </a:xfrm>
          <a:prstGeom prst="rect">
            <a:avLst/>
          </a:prstGeom>
          <a:solidFill>
            <a:srgbClr val="FF0000"/>
          </a:solidFill>
          <a:ln>
            <a:noFill/>
          </a:ln>
        </p:spPr>
        <p:txBody>
          <a:bodyPr/>
          <a:lstStyle/>
          <a:p>
            <a:endParaRPr/>
          </a:p>
        </p:txBody>
      </p:sp>
      <p:sp>
        <p:nvSpPr>
          <p:cNvPr id="153" name="text"/>
          <p:cNvSpPr txBox="1"/>
          <p:nvPr/>
        </p:nvSpPr>
        <p:spPr>
          <a:xfrm>
            <a:off x="5577840" y="1097280"/>
            <a:ext cx="3017520" cy="1005840"/>
          </a:xfrm>
          <a:prstGeom prst="rect">
            <a:avLst/>
          </a:prstGeom>
          <a:noFill/>
        </p:spPr>
        <p:txBody>
          <a:bodyPr wrap="square" lIns="0" tIns="0" rIns="0" bIns="0" anchor="t">
            <a:noAutofit/>
          </a:bodyPr>
          <a:lstStyle/>
          <a:p>
            <a:pPr algn="l" marL="0" indent="0">
              <a:lnSpc>
                <a:spcPct val="100000"/>
              </a:lnSpc>
              <a:spcBef>
                <a:spcPts val="0"/>
              </a:spcBef>
              <a:spcAft>
                <a:spcPts val="200"/>
              </a:spcAft>
              <a:buNone/>
            </a:pPr>
            <a:r>
              <a:rPr lang="en" sz="1700" b="0" i="0">
                <a:solidFill>
                  <a:srgbClr val="191919"/>
                </a:solidFill>
                <a:latin typeface="Bebas Neue"/>
                <a:ea typeface="Bebas Neue"/>
                <a:cs typeface="Bebas Neue"/>
                <a:sym typeface="Bebas Neue"/>
              </a:rPr>
              <a:t xml:space="preserve">The diagonal</a:t>
            </a:r>
          </a:p>
          <a:p>
            <a:pPr algn="l" marL="0" indent="0">
              <a:lnSpc>
                <a:spcPct val="100000"/>
              </a:lnSpc>
              <a:spcBef>
                <a:spcPts val="0"/>
              </a:spcBef>
              <a:spcAft>
                <a:spcPts val="0"/>
              </a:spcAft>
              <a:buNone/>
            </a:pPr>
            <a:r>
              <a:rPr lang="en" sz="1100" b="0" i="0">
                <a:solidFill>
                  <a:srgbClr val="191919"/>
                </a:solidFill>
                <a:latin typeface="Barlow"/>
                <a:ea typeface="Barlow"/>
                <a:cs typeface="Barlow"/>
                <a:sym typeface="Barlow"/>
              </a:rPr>
              <a:t xml:space="preserve">Red all the way down: every country cites itself above chance.</a:t>
            </a:r>
          </a:p>
        </p:txBody>
      </p:sp>
      <p:sp>
        <p:nvSpPr>
          <p:cNvPr id="154" name="shape"/>
          <p:cNvSpPr/>
          <p:nvPr/>
        </p:nvSpPr>
        <p:spPr>
          <a:xfrm>
            <a:off x="5349240" y="2258568"/>
            <a:ext cx="82296" cy="384048"/>
          </a:xfrm>
          <a:prstGeom prst="rect">
            <a:avLst/>
          </a:prstGeom>
          <a:solidFill>
            <a:srgbClr val="FF0000"/>
          </a:solidFill>
          <a:ln>
            <a:noFill/>
          </a:ln>
        </p:spPr>
        <p:txBody>
          <a:bodyPr/>
          <a:lstStyle/>
          <a:p>
            <a:endParaRPr/>
          </a:p>
        </p:txBody>
      </p:sp>
      <p:sp>
        <p:nvSpPr>
          <p:cNvPr id="155" name="text"/>
          <p:cNvSpPr txBox="1"/>
          <p:nvPr/>
        </p:nvSpPr>
        <p:spPr>
          <a:xfrm>
            <a:off x="5577840" y="2194560"/>
            <a:ext cx="3017520" cy="1005840"/>
          </a:xfrm>
          <a:prstGeom prst="rect">
            <a:avLst/>
          </a:prstGeom>
          <a:noFill/>
        </p:spPr>
        <p:txBody>
          <a:bodyPr wrap="square" lIns="0" tIns="0" rIns="0" bIns="0" anchor="t">
            <a:noAutofit/>
          </a:bodyPr>
          <a:lstStyle/>
          <a:p>
            <a:pPr algn="l" marL="0" indent="0">
              <a:lnSpc>
                <a:spcPct val="100000"/>
              </a:lnSpc>
              <a:spcBef>
                <a:spcPts val="0"/>
              </a:spcBef>
              <a:spcAft>
                <a:spcPts val="200"/>
              </a:spcAft>
              <a:buNone/>
            </a:pPr>
            <a:r>
              <a:rPr lang="en" sz="1700" b="0" i="0">
                <a:solidFill>
                  <a:srgbClr val="191919"/>
                </a:solidFill>
                <a:latin typeface="Bebas Neue"/>
                <a:ea typeface="Bebas Neue"/>
                <a:cs typeface="Bebas Neue"/>
                <a:sym typeface="Bebas Neue"/>
              </a:rPr>
              <a:t xml:space="preserve">The US column</a:t>
            </a:r>
          </a:p>
          <a:p>
            <a:pPr algn="l" marL="0" indent="0">
              <a:lnSpc>
                <a:spcPct val="100000"/>
              </a:lnSpc>
              <a:spcBef>
                <a:spcPts val="0"/>
              </a:spcBef>
              <a:spcAft>
                <a:spcPts val="0"/>
              </a:spcAft>
              <a:buNone/>
            </a:pPr>
            <a:r>
              <a:rPr lang="en" sz="1100" b="0" i="0">
                <a:solidFill>
                  <a:srgbClr val="191919"/>
                </a:solidFill>
                <a:latin typeface="Barlow"/>
                <a:ea typeface="Barlow"/>
                <a:cs typeface="Barlow"/>
                <a:sym typeface="Barlow"/>
              </a:rPr>
              <a:t xml:space="preserve">Mostly blue. Most countries cite the United States below its share — and keep those citations at home.</a:t>
            </a:r>
          </a:p>
        </p:txBody>
      </p:sp>
      <p:sp>
        <p:nvSpPr>
          <p:cNvPr id="156" name="shape"/>
          <p:cNvSpPr/>
          <p:nvPr/>
        </p:nvSpPr>
        <p:spPr>
          <a:xfrm>
            <a:off x="5349240" y="3355848"/>
            <a:ext cx="82296" cy="384048"/>
          </a:xfrm>
          <a:prstGeom prst="rect">
            <a:avLst/>
          </a:prstGeom>
          <a:solidFill>
            <a:srgbClr val="FF0000"/>
          </a:solidFill>
          <a:ln>
            <a:noFill/>
          </a:ln>
        </p:spPr>
        <p:txBody>
          <a:bodyPr/>
          <a:lstStyle/>
          <a:p>
            <a:endParaRPr/>
          </a:p>
        </p:txBody>
      </p:sp>
      <p:sp>
        <p:nvSpPr>
          <p:cNvPr id="157" name="text"/>
          <p:cNvSpPr txBox="1"/>
          <p:nvPr/>
        </p:nvSpPr>
        <p:spPr>
          <a:xfrm>
            <a:off x="5577840" y="3291840"/>
            <a:ext cx="3017520" cy="1005840"/>
          </a:xfrm>
          <a:prstGeom prst="rect">
            <a:avLst/>
          </a:prstGeom>
          <a:noFill/>
        </p:spPr>
        <p:txBody>
          <a:bodyPr wrap="square" lIns="0" tIns="0" rIns="0" bIns="0" anchor="t">
            <a:noAutofit/>
          </a:bodyPr>
          <a:lstStyle/>
          <a:p>
            <a:pPr algn="l" marL="0" indent="0">
              <a:lnSpc>
                <a:spcPct val="100000"/>
              </a:lnSpc>
              <a:spcBef>
                <a:spcPts val="0"/>
              </a:spcBef>
              <a:spcAft>
                <a:spcPts val="200"/>
              </a:spcAft>
              <a:buNone/>
            </a:pPr>
            <a:r>
              <a:rPr lang="en" sz="1700" b="0" i="0">
                <a:solidFill>
                  <a:srgbClr val="191919"/>
                </a:solidFill>
                <a:latin typeface="Bebas Neue"/>
                <a:ea typeface="Bebas Neue"/>
                <a:cs typeface="Bebas Neue"/>
                <a:sym typeface="Bebas Neue"/>
              </a:rPr>
              <a:t xml:space="preserve">Regional blocks</a:t>
            </a:r>
          </a:p>
          <a:p>
            <a:pPr algn="l" marL="0" indent="0">
              <a:lnSpc>
                <a:spcPct val="100000"/>
              </a:lnSpc>
              <a:spcBef>
                <a:spcPts val="0"/>
              </a:spcBef>
              <a:spcAft>
                <a:spcPts val="0"/>
              </a:spcAft>
              <a:buNone/>
            </a:pPr>
            <a:r>
              <a:rPr lang="en" sz="1100" b="0" i="0">
                <a:solidFill>
                  <a:srgbClr val="191919"/>
                </a:solidFill>
                <a:latin typeface="Barlow"/>
                <a:ea typeface="Barlow"/>
                <a:cs typeface="Barlow"/>
                <a:sym typeface="Barlow"/>
              </a:rPr>
              <a:t xml:space="preserve">East Asia top-left; the German-speaking countries and the Netherlands bottom-right.</a:t>
            </a:r>
          </a:p>
        </p:txBody>
      </p:sp>
      <p:sp>
        <p:nvSpPr>
          <p:cNvPr id="158" name="slide number"/>
          <p:cNvSpPr txBox="1"/>
          <p:nvPr>
            <p:ph idx="12" type="sldNum"/>
          </p:nvPr>
        </p:nvSpPr>
        <p:spPr>
          <a:xfrm>
            <a:off x="8250500" y="4608500"/>
            <a:ext cx="695100" cy="279300"/>
          </a:xfrm>
          <a:prstGeom prst="rect">
            <a:avLst/>
          </a:prstGeom>
        </p:spPr>
        <p:txBody>
          <a:bodyPr anchor="ctr"/>
          <a:lstStyle/>
          <a:p>
            <a:pPr algn="ctr"/>
            <a:fld id="{00000000-1234-1234-1234-123412341234}" type="slidenum">
              <a:rPr lang="en" sz="900">
                <a:solidFill>
                  <a:srgbClr val="FF0000"/>
                </a:solidFill>
                <a:latin typeface="Barlow"/>
              </a:rPr>
              <a:t>‹#›</a:t>
            </a:fld>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title"/>
          <p:cNvSpPr txBox="1"/>
          <p:nvPr/>
        </p:nvSpPr>
        <p:spPr>
          <a:xfrm>
            <a:off x="859536" y="457200"/>
            <a:ext cx="7424928" cy="566928"/>
          </a:xfrm>
          <a:prstGeom prst="rect">
            <a:avLst/>
          </a:prstGeom>
          <a:noFill/>
        </p:spPr>
        <p:txBody>
          <a:bodyPr wrap="square" lIns="0" tIns="0" rIns="0" bIns="0" anchor="ctr">
            <a:noAutofit/>
          </a:bodyPr>
          <a:lstStyle/>
          <a:p>
            <a:pPr algn="ctr" marL="0" indent="0">
              <a:lnSpc>
                <a:spcPct val="100000"/>
              </a:lnSpc>
              <a:spcBef>
                <a:spcPts val="0"/>
              </a:spcBef>
              <a:spcAft>
                <a:spcPts val="0"/>
              </a:spcAft>
              <a:buNone/>
            </a:pPr>
            <a:r>
              <a:rPr lang="en" sz="2600" b="0" i="0">
                <a:solidFill>
                  <a:srgbClr val="191919"/>
                </a:solidFill>
                <a:latin typeface="Bebas Neue"/>
                <a:ea typeface="Bebas Neue"/>
                <a:cs typeface="Bebas Neue"/>
                <a:sym typeface="Bebas Neue"/>
              </a:rPr>
              <a:t xml:space="preserve">Journals open up. The conference </a:t>
            </a:r>
            <a:r>
              <a:rPr lang="en" sz="2600" b="0" i="0">
                <a:solidFill>
                  <a:srgbClr val="FF0000"/>
                </a:solidFill>
                <a:latin typeface="Bebas Neue"/>
                <a:ea typeface="Bebas Neue"/>
                <a:cs typeface="Bebas Neue"/>
                <a:sym typeface="Bebas Neue"/>
              </a:rPr>
              <a:t xml:space="preserve">doesn’t</a:t>
            </a:r>
            <a:r>
              <a:rPr lang="en" sz="2600" b="0" i="0">
                <a:solidFill>
                  <a:srgbClr val="191919"/>
                </a:solidFill>
                <a:latin typeface="Bebas Neue"/>
                <a:ea typeface="Bebas Neue"/>
                <a:cs typeface="Bebas Neue"/>
                <a:sym typeface="Bebas Neue"/>
              </a:rPr>
              <a:t xml:space="preserve">.</a:t>
            </a:r>
          </a:p>
        </p:txBody>
      </p:sp>
      <p:pic>
        <p:nvPicPr>
          <p:cNvPr id="160" name="picture"/>
          <p:cNvPicPr>
            <a:picLocks noChangeAspect="1"/>
          </p:cNvPicPr>
          <p:nvPr/>
        </p:nvPicPr>
        <p:blipFill>
          <a:blip r:embed="rId2"/>
          <a:stretch>
            <a:fillRect/>
          </a:stretch>
        </p:blipFill>
        <p:spPr>
          <a:xfrm>
            <a:off x="502920" y="1051560"/>
            <a:ext cx="5394960" cy="3017520"/>
          </a:xfrm>
          <a:prstGeom prst="rect">
            <a:avLst/>
          </a:prstGeom>
          <a:ln w="6350">
            <a:solidFill>
              <a:srgbClr val="434343"/>
            </a:solidFill>
          </a:ln>
        </p:spPr>
      </p:pic>
      <p:sp>
        <p:nvSpPr>
          <p:cNvPr id="161" name="text"/>
          <p:cNvSpPr txBox="1"/>
          <p:nvPr/>
        </p:nvSpPr>
        <p:spPr>
          <a:xfrm>
            <a:off x="502920" y="4114800"/>
            <a:ext cx="5394960" cy="365760"/>
          </a:xfrm>
          <a:prstGeom prst="rect">
            <a:avLst/>
          </a:prstGeom>
          <a:noFill/>
        </p:spPr>
        <p:txBody>
          <a:bodyPr wrap="square" lIns="0" tIns="0" rIns="0" bIns="0" anchor="t">
            <a:noAutofit/>
          </a:bodyPr>
          <a:lstStyle/>
          <a:p>
            <a:pPr algn="l" marL="0" indent="0">
              <a:lnSpc>
                <a:spcPct val="100000"/>
              </a:lnSpc>
              <a:spcBef>
                <a:spcPts val="0"/>
              </a:spcBef>
              <a:spcAft>
                <a:spcPts val="0"/>
              </a:spcAft>
              <a:buNone/>
            </a:pPr>
            <a:r>
              <a:rPr lang="en" sz="850" b="0" i="0">
                <a:solidFill>
                  <a:srgbClr val="595959"/>
                </a:solidFill>
                <a:latin typeface="Barlow"/>
                <a:ea typeface="Barlow"/>
                <a:cs typeface="Barlow"/>
                <a:sym typeface="Barlow"/>
              </a:rPr>
              <a:t xml:space="preserve">Any-overlap self-country citation rate by year. Conference yearly n is small — read the level, not the wiggles.</a:t>
            </a:r>
          </a:p>
        </p:txBody>
      </p:sp>
      <p:sp>
        <p:nvSpPr>
          <p:cNvPr id="162" name="text"/>
          <p:cNvSpPr txBox="1"/>
          <p:nvPr/>
        </p:nvSpPr>
        <p:spPr>
          <a:xfrm>
            <a:off x="6126480" y="1097280"/>
            <a:ext cx="2468880" cy="320040"/>
          </a:xfrm>
          <a:prstGeom prst="rect">
            <a:avLst/>
          </a:prstGeom>
          <a:noFill/>
        </p:spPr>
        <p:txBody>
          <a:bodyPr wrap="square" lIns="0" tIns="0" rIns="0" bIns="0" anchor="t">
            <a:noAutofit/>
          </a:bodyPr>
          <a:lstStyle/>
          <a:p>
            <a:pPr algn="l" marL="0" indent="0">
              <a:lnSpc>
                <a:spcPct val="100000"/>
              </a:lnSpc>
              <a:spcBef>
                <a:spcPts val="0"/>
              </a:spcBef>
              <a:spcAft>
                <a:spcPts val="0"/>
              </a:spcAft>
              <a:buNone/>
            </a:pPr>
            <a:r>
              <a:rPr lang="en" sz="1500" b="0" i="0">
                <a:solidFill>
                  <a:srgbClr val="191919"/>
                </a:solidFill>
                <a:latin typeface="Bebas Neue"/>
                <a:ea typeface="Bebas Neue"/>
                <a:cs typeface="Bebas Neue"/>
                <a:sym typeface="Bebas Neue"/>
              </a:rPr>
              <a:t xml:space="preserve">Journals</a:t>
            </a:r>
          </a:p>
        </p:txBody>
      </p:sp>
      <p:sp>
        <p:nvSpPr>
          <p:cNvPr id="163" name="text"/>
          <p:cNvSpPr txBox="1"/>
          <p:nvPr/>
        </p:nvSpPr>
        <p:spPr>
          <a:xfrm>
            <a:off x="6126480" y="1417320"/>
            <a:ext cx="2468880" cy="548640"/>
          </a:xfrm>
          <a:prstGeom prst="rect">
            <a:avLst/>
          </a:prstGeom>
          <a:noFill/>
        </p:spPr>
        <p:txBody>
          <a:bodyPr wrap="square" lIns="0" tIns="0" rIns="0" bIns="0" anchor="ctr">
            <a:noAutofit/>
          </a:bodyPr>
          <a:lstStyle/>
          <a:p>
            <a:pPr algn="l" marL="0" indent="0">
              <a:lnSpc>
                <a:spcPct val="100000"/>
              </a:lnSpc>
              <a:spcBef>
                <a:spcPts val="0"/>
              </a:spcBef>
              <a:spcAft>
                <a:spcPts val="0"/>
              </a:spcAft>
              <a:buNone/>
            </a:pPr>
            <a:r>
              <a:rPr lang="en" sz="2400" b="0" i="1">
                <a:solidFill>
                  <a:srgbClr val="FF0000"/>
                </a:solidFill>
                <a:latin typeface="Abril Fatface"/>
                <a:ea typeface="Abril Fatface"/>
                <a:cs typeface="Abril Fatface"/>
                <a:sym typeface="Abril Fatface"/>
              </a:rPr>
              <a:t xml:space="preserve">42 % → 25 %</a:t>
            </a:r>
          </a:p>
        </p:txBody>
      </p:sp>
      <p:sp>
        <p:nvSpPr>
          <p:cNvPr id="164" name="text"/>
          <p:cNvSpPr txBox="1"/>
          <p:nvPr/>
        </p:nvSpPr>
        <p:spPr>
          <a:xfrm>
            <a:off x="6126480" y="1993392"/>
            <a:ext cx="2468880" cy="640080"/>
          </a:xfrm>
          <a:prstGeom prst="rect">
            <a:avLst/>
          </a:prstGeom>
          <a:noFill/>
        </p:spPr>
        <p:txBody>
          <a:bodyPr wrap="square" lIns="0" tIns="0" rIns="0" bIns="0" anchor="t">
            <a:noAutofit/>
          </a:bodyPr>
          <a:lstStyle/>
          <a:p>
            <a:pPr algn="l" marL="0" indent="0">
              <a:lnSpc>
                <a:spcPct val="100000"/>
              </a:lnSpc>
              <a:spcBef>
                <a:spcPts val="0"/>
              </a:spcBef>
              <a:spcAft>
                <a:spcPts val="0"/>
              </a:spcAft>
              <a:buNone/>
            </a:pPr>
            <a:r>
              <a:rPr lang="en" sz="1000" b="0" i="0">
                <a:solidFill>
                  <a:srgbClr val="434343"/>
                </a:solidFill>
                <a:latin typeface="Barlow"/>
                <a:ea typeface="Barlow"/>
                <a:cs typeface="Barlow"/>
                <a:sym typeface="Barlow"/>
              </a:rPr>
              <a:t xml:space="preserve">2007 → 2025. Only the US decline is significant on its own (−1 pp / year).</a:t>
            </a:r>
          </a:p>
        </p:txBody>
      </p:sp>
      <p:sp>
        <p:nvSpPr>
          <p:cNvPr id="165" name="text"/>
          <p:cNvSpPr txBox="1"/>
          <p:nvPr/>
        </p:nvSpPr>
        <p:spPr>
          <a:xfrm>
            <a:off x="6126480" y="2697480"/>
            <a:ext cx="2468880" cy="320040"/>
          </a:xfrm>
          <a:prstGeom prst="rect">
            <a:avLst/>
          </a:prstGeom>
          <a:noFill/>
        </p:spPr>
        <p:txBody>
          <a:bodyPr wrap="square" lIns="0" tIns="0" rIns="0" bIns="0" anchor="t">
            <a:noAutofit/>
          </a:bodyPr>
          <a:lstStyle/>
          <a:p>
            <a:pPr algn="l" marL="0" indent="0">
              <a:lnSpc>
                <a:spcPct val="100000"/>
              </a:lnSpc>
              <a:spcBef>
                <a:spcPts val="0"/>
              </a:spcBef>
              <a:spcAft>
                <a:spcPts val="0"/>
              </a:spcAft>
              <a:buNone/>
            </a:pPr>
            <a:r>
              <a:rPr lang="en" sz="1500" b="0" i="0">
                <a:solidFill>
                  <a:srgbClr val="191919"/>
                </a:solidFill>
                <a:latin typeface="Bebas Neue"/>
                <a:ea typeface="Bebas Neue"/>
                <a:cs typeface="Bebas Neue"/>
                <a:sym typeface="Bebas Neue"/>
              </a:rPr>
              <a:t xml:space="preserve">ADHO conference</a:t>
            </a:r>
          </a:p>
        </p:txBody>
      </p:sp>
      <p:sp>
        <p:nvSpPr>
          <p:cNvPr id="166" name="text"/>
          <p:cNvSpPr txBox="1"/>
          <p:nvPr/>
        </p:nvSpPr>
        <p:spPr>
          <a:xfrm>
            <a:off x="6126480" y="3017520"/>
            <a:ext cx="2468880" cy="548640"/>
          </a:xfrm>
          <a:prstGeom prst="rect">
            <a:avLst/>
          </a:prstGeom>
          <a:noFill/>
        </p:spPr>
        <p:txBody>
          <a:bodyPr wrap="square" lIns="0" tIns="0" rIns="0" bIns="0" anchor="ctr">
            <a:noAutofit/>
          </a:bodyPr>
          <a:lstStyle/>
          <a:p>
            <a:pPr algn="l" marL="0" indent="0">
              <a:lnSpc>
                <a:spcPct val="100000"/>
              </a:lnSpc>
              <a:spcBef>
                <a:spcPts val="0"/>
              </a:spcBef>
              <a:spcAft>
                <a:spcPts val="0"/>
              </a:spcAft>
              <a:buNone/>
            </a:pPr>
            <a:r>
              <a:rPr lang="en" sz="2400" b="0" i="1">
                <a:solidFill>
                  <a:srgbClr val="FF0000"/>
                </a:solidFill>
                <a:latin typeface="Abril Fatface"/>
                <a:ea typeface="Abril Fatface"/>
                <a:cs typeface="Abril Fatface"/>
                <a:sym typeface="Abril Fatface"/>
              </a:rPr>
              <a:t xml:space="preserve">≈ 42 %, flat</a:t>
            </a:r>
          </a:p>
        </p:txBody>
      </p:sp>
      <p:sp>
        <p:nvSpPr>
          <p:cNvPr id="167" name="text"/>
          <p:cNvSpPr txBox="1"/>
          <p:nvPr/>
        </p:nvSpPr>
        <p:spPr>
          <a:xfrm>
            <a:off x="6126480" y="3593592"/>
            <a:ext cx="2468880" cy="640080"/>
          </a:xfrm>
          <a:prstGeom prst="rect">
            <a:avLst/>
          </a:prstGeom>
          <a:noFill/>
        </p:spPr>
        <p:txBody>
          <a:bodyPr wrap="square" lIns="0" tIns="0" rIns="0" bIns="0" anchor="t">
            <a:noAutofit/>
          </a:bodyPr>
          <a:lstStyle/>
          <a:p>
            <a:pPr algn="l" marL="0" indent="0">
              <a:lnSpc>
                <a:spcPct val="100000"/>
              </a:lnSpc>
              <a:spcBef>
                <a:spcPts val="0"/>
              </a:spcBef>
              <a:spcAft>
                <a:spcPts val="0"/>
              </a:spcAft>
              <a:buNone/>
            </a:pPr>
            <a:r>
              <a:rPr lang="en" sz="1000" b="0" i="0">
                <a:solidFill>
                  <a:srgbClr val="434343"/>
                </a:solidFill>
                <a:latin typeface="Barlow"/>
                <a:ea typeface="Barlow"/>
                <a:cs typeface="Barlow"/>
                <a:sym typeface="Barlow"/>
              </a:rPr>
              <a:t xml:space="preserve">No trend to find. DHd tracks it at 40 %.</a:t>
            </a:r>
          </a:p>
        </p:txBody>
      </p:sp>
      <p:sp>
        <p:nvSpPr>
          <p:cNvPr id="168" name="slide number"/>
          <p:cNvSpPr txBox="1"/>
          <p:nvPr>
            <p:ph idx="12" type="sldNum"/>
          </p:nvPr>
        </p:nvSpPr>
        <p:spPr>
          <a:xfrm>
            <a:off x="8250500" y="4608500"/>
            <a:ext cx="695100" cy="279300"/>
          </a:xfrm>
          <a:prstGeom prst="rect">
            <a:avLst/>
          </a:prstGeom>
        </p:spPr>
        <p:txBody>
          <a:bodyPr anchor="ctr"/>
          <a:lstStyle/>
          <a:p>
            <a:pPr algn="ctr"/>
            <a:fld id="{00000000-1234-1234-1234-123412341234}" type="slidenum">
              <a:rPr lang="en" sz="900">
                <a:solidFill>
                  <a:srgbClr val="FF0000"/>
                </a:solidFill>
                <a:latin typeface="Barlow"/>
              </a:rPr>
              <a:t>‹#›</a:t>
            </a:fld>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title"/>
          <p:cNvSpPr txBox="1"/>
          <p:nvPr/>
        </p:nvSpPr>
        <p:spPr>
          <a:xfrm>
            <a:off x="859536" y="457200"/>
            <a:ext cx="7424928" cy="566928"/>
          </a:xfrm>
          <a:prstGeom prst="rect">
            <a:avLst/>
          </a:prstGeom>
          <a:noFill/>
        </p:spPr>
        <p:txBody>
          <a:bodyPr wrap="square" lIns="0" tIns="0" rIns="0" bIns="0" anchor="ctr">
            <a:noAutofit/>
          </a:bodyPr>
          <a:lstStyle/>
          <a:p>
            <a:pPr algn="ctr" marL="0" indent="0">
              <a:lnSpc>
                <a:spcPct val="100000"/>
              </a:lnSpc>
              <a:spcBef>
                <a:spcPts val="0"/>
              </a:spcBef>
              <a:spcAft>
                <a:spcPts val="0"/>
              </a:spcAft>
              <a:buNone/>
            </a:pPr>
            <a:r>
              <a:rPr lang="en" sz="2800" b="0" i="0">
                <a:solidFill>
                  <a:srgbClr val="191919"/>
                </a:solidFill>
                <a:latin typeface="Bebas Neue"/>
                <a:ea typeface="Bebas Neue"/>
                <a:cs typeface="Bebas Neue"/>
                <a:sym typeface="Bebas Neue"/>
              </a:rPr>
              <a:t xml:space="preserve">Is this </a:t>
            </a:r>
            <a:r>
              <a:rPr lang="en" sz="2800" b="0" i="0">
                <a:solidFill>
                  <a:srgbClr val="FF0000"/>
                </a:solidFill>
                <a:latin typeface="Bebas Neue"/>
                <a:ea typeface="Bebas Neue"/>
                <a:cs typeface="Bebas Neue"/>
                <a:sym typeface="Bebas Neue"/>
              </a:rPr>
              <a:t xml:space="preserve">DH</a:t>
            </a:r>
            <a:r>
              <a:rPr lang="en" sz="2800" b="0" i="0">
                <a:solidFill>
                  <a:srgbClr val="191919"/>
                </a:solidFill>
                <a:latin typeface="Bebas Neue"/>
                <a:ea typeface="Bebas Neue"/>
                <a:cs typeface="Bebas Neue"/>
                <a:sym typeface="Bebas Neue"/>
              </a:rPr>
              <a:t xml:space="preserve">, or just science?</a:t>
            </a:r>
          </a:p>
        </p:txBody>
      </p:sp>
      <p:sp>
        <p:nvSpPr>
          <p:cNvPr id="170" name="text"/>
          <p:cNvSpPr txBox="1"/>
          <p:nvPr/>
        </p:nvSpPr>
        <p:spPr>
          <a:xfrm>
            <a:off x="548640" y="1005840"/>
            <a:ext cx="8046720" cy="365760"/>
          </a:xfrm>
          <a:prstGeom prst="rect">
            <a:avLst/>
          </a:prstGeom>
          <a:noFill/>
        </p:spPr>
        <p:txBody>
          <a:bodyPr wrap="square" lIns="0" tIns="0" rIns="0" bIns="0" anchor="ctr">
            <a:noAutofit/>
          </a:bodyPr>
          <a:lstStyle/>
          <a:p>
            <a:pPr algn="ctr" marL="0" indent="0">
              <a:lnSpc>
                <a:spcPct val="100000"/>
              </a:lnSpc>
              <a:spcBef>
                <a:spcPts val="0"/>
              </a:spcBef>
              <a:spcAft>
                <a:spcPts val="0"/>
              </a:spcAft>
              <a:buNone/>
            </a:pPr>
            <a:r>
              <a:rPr lang="en" sz="1000" b="0" i="1">
                <a:solidFill>
                  <a:srgbClr val="595959"/>
                </a:solidFill>
                <a:latin typeface="Barlow"/>
                <a:ea typeface="Barlow"/>
                <a:cs typeface="Barlow"/>
                <a:sym typeface="Barlow"/>
              </a:rPr>
              <a:t xml:space="preserve">Benchmark: Wu, Huang, Lu, Saxena &amp; Traag (2026), arXiv 2604.01602 — 39 M OpenAlex publications, 95 countries, 2000–2022</a:t>
            </a:r>
          </a:p>
        </p:txBody>
      </p:sp>
      <p:graphicFrame>
        <p:nvGraphicFramePr>
          <p:cNvPr id="171" name="table"/>
          <p:cNvGraphicFramePr>
            <a:graphicFrameLocks noGrp="1"/>
          </p:cNvGraphicFramePr>
          <p:nvPr/>
        </p:nvGraphicFramePr>
        <p:xfrm>
          <a:off x="548640" y="1417320"/>
          <a:ext cx="8046720" cy="2395728"/>
        </p:xfrm>
        <a:graphic>
          <a:graphicData uri="http://schemas.openxmlformats.org/drawingml/2006/table">
            <a:tbl>
              <a:tblPr/>
              <a:tblGrid>
                <a:gridCol w="1371600"/>
                <a:gridCol w="2697480"/>
                <a:gridCol w="2697480"/>
                <a:gridCol w="1280160"/>
              </a:tblGrid>
              <a:tr h="347472">
                <a:tc>
                  <a:txBody>
                    <a:bodyPr/>
                    <a:lstStyle/>
                    <a:p>
                      <a:pPr algn="l" marL="0" indent="0">
                        <a:lnSpc>
                          <a:spcPct val="100000"/>
                        </a:lnSpc>
                        <a:spcBef>
                          <a:spcPts val="0"/>
                        </a:spcBef>
                        <a:spcAft>
                          <a:spcPts val="0"/>
                        </a:spcAft>
                        <a:buNone/>
                      </a:pPr>
                      <a:r>
                        <a:rPr lang="en" sz="1200" b="0" i="0">
                          <a:solidFill>
                            <a:srgbClr val="191919"/>
                          </a:solidFill>
                          <a:latin typeface="Bebas Neue"/>
                          <a:ea typeface="Bebas Neue"/>
                          <a:cs typeface="Bebas Neue"/>
                          <a:sym typeface="Bebas Neue"/>
                        </a:rPr>
                        <a:t xml:space="preserve"/>
                      </a:r>
                    </a:p>
                  </a:txBody>
                  <a:tcPr marL="45720" marR="45720" marT="27432" marB="27432" anchor="ctr">
                    <a:lnL w="6350">
                      <a:noFill/>
                    </a:lnL>
                    <a:lnR w="6350">
                      <a:noFill/>
                    </a:lnR>
                    <a:lnT w="6350">
                      <a:noFill/>
                    </a:lnT>
                    <a:lnB w="19050">
                      <a:solidFill>
                        <a:srgbClr val="191919"/>
                      </a:solidFill>
                    </a:lnB>
                    <a:noFill/>
                  </a:tcPr>
                </a:tc>
                <a:tc>
                  <a:txBody>
                    <a:bodyPr/>
                    <a:lstStyle/>
                    <a:p>
                      <a:pPr algn="l" marL="0" indent="0">
                        <a:lnSpc>
                          <a:spcPct val="100000"/>
                        </a:lnSpc>
                        <a:spcBef>
                          <a:spcPts val="0"/>
                        </a:spcBef>
                        <a:spcAft>
                          <a:spcPts val="0"/>
                        </a:spcAft>
                        <a:buNone/>
                      </a:pPr>
                      <a:r>
                        <a:rPr lang="en" sz="1200" b="0" i="0">
                          <a:solidFill>
                            <a:srgbClr val="191919"/>
                          </a:solidFill>
                          <a:latin typeface="Bebas Neue"/>
                          <a:ea typeface="Bebas Neue"/>
                          <a:cs typeface="Bebas Neue"/>
                          <a:sym typeface="Bebas Neue"/>
                        </a:rPr>
                        <a:t xml:space="preserve">Wu et al. — all science</a:t>
                      </a:r>
                    </a:p>
                  </a:txBody>
                  <a:tcPr marL="45720" marR="45720" marT="27432" marB="27432" anchor="ctr">
                    <a:lnL w="6350">
                      <a:noFill/>
                    </a:lnL>
                    <a:lnR w="6350">
                      <a:noFill/>
                    </a:lnR>
                    <a:lnT w="6350">
                      <a:noFill/>
                    </a:lnT>
                    <a:lnB w="19050">
                      <a:solidFill>
                        <a:srgbClr val="191919"/>
                      </a:solidFill>
                    </a:lnB>
                    <a:noFill/>
                  </a:tcPr>
                </a:tc>
                <a:tc>
                  <a:txBody>
                    <a:bodyPr/>
                    <a:lstStyle/>
                    <a:p>
                      <a:pPr algn="l" marL="0" indent="0">
                        <a:lnSpc>
                          <a:spcPct val="100000"/>
                        </a:lnSpc>
                        <a:spcBef>
                          <a:spcPts val="0"/>
                        </a:spcBef>
                        <a:spcAft>
                          <a:spcPts val="0"/>
                        </a:spcAft>
                        <a:buNone/>
                      </a:pPr>
                      <a:r>
                        <a:rPr lang="en" sz="1200" b="0" i="0">
                          <a:solidFill>
                            <a:srgbClr val="191919"/>
                          </a:solidFill>
                          <a:latin typeface="Bebas Neue"/>
                          <a:ea typeface="Bebas Neue"/>
                          <a:cs typeface="Bebas Neue"/>
                          <a:sym typeface="Bebas Neue"/>
                        </a:rPr>
                        <a:t xml:space="preserve">This study — DH</a:t>
                      </a:r>
                    </a:p>
                  </a:txBody>
                  <a:tcPr marL="45720" marR="45720" marT="27432" marB="27432" anchor="ctr">
                    <a:lnL w="6350">
                      <a:noFill/>
                    </a:lnL>
                    <a:lnR w="6350">
                      <a:noFill/>
                    </a:lnR>
                    <a:lnT w="6350">
                      <a:noFill/>
                    </a:lnT>
                    <a:lnB w="19050">
                      <a:solidFill>
                        <a:srgbClr val="191919"/>
                      </a:solidFill>
                    </a:lnB>
                    <a:noFill/>
                  </a:tcPr>
                </a:tc>
                <a:tc>
                  <a:txBody>
                    <a:bodyPr/>
                    <a:lstStyle/>
                    <a:p>
                      <a:pPr algn="l" marL="0" indent="0">
                        <a:lnSpc>
                          <a:spcPct val="100000"/>
                        </a:lnSpc>
                        <a:spcBef>
                          <a:spcPts val="0"/>
                        </a:spcBef>
                        <a:spcAft>
                          <a:spcPts val="0"/>
                        </a:spcAft>
                        <a:buNone/>
                      </a:pPr>
                      <a:r>
                        <a:rPr lang="en" sz="1200" b="0" i="0">
                          <a:solidFill>
                            <a:srgbClr val="191919"/>
                          </a:solidFill>
                          <a:latin typeface="Bebas Neue"/>
                          <a:ea typeface="Bebas Neue"/>
                          <a:cs typeface="Bebas Neue"/>
                          <a:sym typeface="Bebas Neue"/>
                        </a:rPr>
                        <a:t xml:space="preserve">Verdict</a:t>
                      </a:r>
                    </a:p>
                  </a:txBody>
                  <a:tcPr marL="45720" marR="45720" marT="27432" marB="27432" anchor="ctr">
                    <a:lnL w="6350">
                      <a:noFill/>
                    </a:lnL>
                    <a:lnR w="6350">
                      <a:noFill/>
                    </a:lnR>
                    <a:lnT w="6350">
                      <a:noFill/>
                    </a:lnT>
                    <a:lnB w="19050">
                      <a:solidFill>
                        <a:srgbClr val="191919"/>
                      </a:solidFill>
                    </a:lnB>
                    <a:noFill/>
                  </a:tcPr>
                </a:tc>
              </a:tr>
              <a:tr h="566928">
                <a:tc>
                  <a:txBody>
                    <a:bodyPr/>
                    <a:lstStyle/>
                    <a:p>
                      <a:pPr algn="l" marL="0" indent="0">
                        <a:lnSpc>
                          <a:spcPct val="100000"/>
                        </a:lnSpc>
                        <a:spcBef>
                          <a:spcPts val="0"/>
                        </a:spcBef>
                        <a:spcAft>
                          <a:spcPts val="0"/>
                        </a:spcAft>
                        <a:buNone/>
                      </a:pPr>
                      <a:r>
                        <a:rPr lang="en" sz="1200" b="0" i="0">
                          <a:solidFill>
                            <a:srgbClr val="191919"/>
                          </a:solidFill>
                          <a:latin typeface="Bebas Neue"/>
                          <a:ea typeface="Bebas Neue"/>
                          <a:cs typeface="Bebas Neue"/>
                          <a:sym typeface="Bebas Neue"/>
                        </a:rPr>
                        <a:t xml:space="preserve">Method</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c>
                  <a:txBody>
                    <a:bodyPr/>
                    <a:lstStyle/>
                    <a:p>
                      <a:pPr algn="l" marL="0" indent="0">
                        <a:lnSpc>
                          <a:spcPct val="100000"/>
                        </a:lnSpc>
                        <a:spcBef>
                          <a:spcPts val="0"/>
                        </a:spcBef>
                        <a:spcAft>
                          <a:spcPts val="0"/>
                        </a:spcAft>
                        <a:buNone/>
                      </a:pPr>
                      <a:r>
                        <a:rPr lang="en" sz="1050" b="0" i="0">
                          <a:solidFill>
                            <a:srgbClr val="191919"/>
                          </a:solidFill>
                          <a:latin typeface="Barlow"/>
                          <a:ea typeface="Barlow"/>
                          <a:cs typeface="Barlow"/>
                          <a:sym typeface="Barlow"/>
                        </a:rPr>
                        <a:t xml:space="preserve">Bayesian gravity model: country-pair preference, net of distance and city volume</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c>
                  <a:txBody>
                    <a:bodyPr/>
                    <a:lstStyle/>
                    <a:p>
                      <a:pPr algn="l" marL="0" indent="0">
                        <a:lnSpc>
                          <a:spcPct val="100000"/>
                        </a:lnSpc>
                        <a:spcBef>
                          <a:spcPts val="0"/>
                        </a:spcBef>
                        <a:spcAft>
                          <a:spcPts val="0"/>
                        </a:spcAft>
                        <a:buNone/>
                      </a:pPr>
                      <a:r>
                        <a:rPr lang="en" sz="1050" b="0" i="0">
                          <a:solidFill>
                            <a:srgbClr val="191919"/>
                          </a:solidFill>
                          <a:latin typeface="Barlow"/>
                          <a:ea typeface="Barlow"/>
                          <a:cs typeface="Barlow"/>
                          <a:sym typeface="Barlow"/>
                        </a:rPr>
                        <a:t xml:space="preserve">Share-based null model + 1,000-round permutation test</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c>
                  <a:txBody>
                    <a:bodyPr/>
                    <a:lstStyle/>
                    <a:p>
                      <a:pPr algn="l" marL="0" indent="0">
                        <a:lnSpc>
                          <a:spcPct val="100000"/>
                        </a:lnSpc>
                        <a:spcBef>
                          <a:spcPts val="0"/>
                        </a:spcBef>
                        <a:spcAft>
                          <a:spcPts val="0"/>
                        </a:spcAft>
                        <a:buNone/>
                      </a:pPr>
                      <a:r>
                        <a:rPr lang="en" sz="1200" b="0" i="0">
                          <a:solidFill>
                            <a:srgbClr val="595959"/>
                          </a:solidFill>
                          <a:latin typeface="Bebas Neue"/>
                          <a:ea typeface="Bebas Neue"/>
                          <a:cs typeface="Bebas Neue"/>
                          <a:sym typeface="Bebas Neue"/>
                        </a:rPr>
                        <a:t xml:space="preserve">Different estimator</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r>
              <a:tr h="457200">
                <a:tc>
                  <a:txBody>
                    <a:bodyPr/>
                    <a:lstStyle/>
                    <a:p>
                      <a:pPr algn="l" marL="0" indent="0">
                        <a:lnSpc>
                          <a:spcPct val="100000"/>
                        </a:lnSpc>
                        <a:spcBef>
                          <a:spcPts val="0"/>
                        </a:spcBef>
                        <a:spcAft>
                          <a:spcPts val="0"/>
                        </a:spcAft>
                        <a:buNone/>
                      </a:pPr>
                      <a:r>
                        <a:rPr lang="en" sz="1200" b="0" i="0">
                          <a:solidFill>
                            <a:srgbClr val="191919"/>
                          </a:solidFill>
                          <a:latin typeface="Bebas Neue"/>
                          <a:ea typeface="Bebas Neue"/>
                          <a:cs typeface="Bebas Neue"/>
                          <a:sym typeface="Bebas Neue"/>
                        </a:rPr>
                        <a:t xml:space="preserve">Domestic preference</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c>
                  <a:txBody>
                    <a:bodyPr/>
                    <a:lstStyle/>
                    <a:p>
                      <a:pPr algn="l" marL="0" indent="0">
                        <a:lnSpc>
                          <a:spcPct val="100000"/>
                        </a:lnSpc>
                        <a:spcBef>
                          <a:spcPts val="0"/>
                        </a:spcBef>
                        <a:spcAft>
                          <a:spcPts val="0"/>
                        </a:spcAft>
                        <a:buNone/>
                      </a:pPr>
                      <a:r>
                        <a:rPr lang="en" sz="1050" b="0" i="0">
                          <a:solidFill>
                            <a:srgbClr val="191919"/>
                          </a:solidFill>
                          <a:latin typeface="Barlow"/>
                          <a:ea typeface="Barlow"/>
                          <a:cs typeface="Barlow"/>
                          <a:sym typeface="Barlow"/>
                        </a:rPr>
                        <a:t xml:space="preserve">Strong, every country, persistent 2000–2022</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c>
                  <a:txBody>
                    <a:bodyPr/>
                    <a:lstStyle/>
                    <a:p>
                      <a:pPr algn="l" marL="0" indent="0">
                        <a:lnSpc>
                          <a:spcPct val="100000"/>
                        </a:lnSpc>
                        <a:spcBef>
                          <a:spcPts val="0"/>
                        </a:spcBef>
                        <a:spcAft>
                          <a:spcPts val="0"/>
                        </a:spcAft>
                        <a:buNone/>
                      </a:pPr>
                      <a:r>
                        <a:rPr lang="en" sz="1050" b="0" i="0">
                          <a:solidFill>
                            <a:srgbClr val="191919"/>
                          </a:solidFill>
                          <a:latin typeface="Barlow"/>
                          <a:ea typeface="Barlow"/>
                          <a:cs typeface="Barlow"/>
                          <a:sym typeface="Barlow"/>
                        </a:rPr>
                        <a:t xml:space="preserve">Strong, every country: 30 / 30, p &lt; .001</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c>
                  <a:txBody>
                    <a:bodyPr/>
                    <a:lstStyle/>
                    <a:p>
                      <a:pPr algn="l" marL="0" indent="0">
                        <a:lnSpc>
                          <a:spcPct val="100000"/>
                        </a:lnSpc>
                        <a:spcBef>
                          <a:spcPts val="0"/>
                        </a:spcBef>
                        <a:spcAft>
                          <a:spcPts val="0"/>
                        </a:spcAft>
                        <a:buNone/>
                      </a:pPr>
                      <a:r>
                        <a:rPr lang="en" sz="1200" b="0" i="0">
                          <a:solidFill>
                            <a:srgbClr val="191919"/>
                          </a:solidFill>
                          <a:latin typeface="Bebas Neue"/>
                          <a:ea typeface="Bebas Neue"/>
                          <a:cs typeface="Bebas Neue"/>
                          <a:sym typeface="Bebas Neue"/>
                        </a:rPr>
                        <a:t xml:space="preserve">Agrees</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r>
              <a:tr h="457200">
                <a:tc>
                  <a:txBody>
                    <a:bodyPr/>
                    <a:lstStyle/>
                    <a:p>
                      <a:pPr algn="l" marL="0" indent="0">
                        <a:lnSpc>
                          <a:spcPct val="100000"/>
                        </a:lnSpc>
                        <a:spcBef>
                          <a:spcPts val="0"/>
                        </a:spcBef>
                        <a:spcAft>
                          <a:spcPts val="0"/>
                        </a:spcAft>
                        <a:buNone/>
                      </a:pPr>
                      <a:r>
                        <a:rPr lang="en" sz="1200" b="0" i="0">
                          <a:solidFill>
                            <a:srgbClr val="191919"/>
                          </a:solidFill>
                          <a:latin typeface="Bebas Neue"/>
                          <a:ea typeface="Bebas Neue"/>
                          <a:cs typeface="Bebas Neue"/>
                          <a:sym typeface="Bebas Neue"/>
                        </a:rPr>
                        <a:t xml:space="preserve">Orientation to the US</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c>
                  <a:txBody>
                    <a:bodyPr/>
                    <a:lstStyle/>
                    <a:p>
                      <a:pPr algn="l" marL="0" indent="0">
                        <a:lnSpc>
                          <a:spcPct val="100000"/>
                        </a:lnSpc>
                        <a:spcBef>
                          <a:spcPts val="0"/>
                        </a:spcBef>
                        <a:spcAft>
                          <a:spcPts val="0"/>
                        </a:spcAft>
                        <a:buNone/>
                      </a:pPr>
                      <a:r>
                        <a:rPr lang="en" sz="1050" b="0" i="0">
                          <a:solidFill>
                            <a:srgbClr val="191919"/>
                          </a:solidFill>
                          <a:latin typeface="Barlow"/>
                          <a:ea typeface="Barlow"/>
                          <a:cs typeface="Barlow"/>
                          <a:sym typeface="Barlow"/>
                        </a:rPr>
                        <a:t xml:space="preserve">Most countries cite the US above expectation</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c>
                  <a:txBody>
                    <a:bodyPr/>
                    <a:lstStyle/>
                    <a:p>
                      <a:pPr algn="l" marL="0" indent="0">
                        <a:lnSpc>
                          <a:spcPct val="100000"/>
                        </a:lnSpc>
                        <a:spcBef>
                          <a:spcPts val="0"/>
                        </a:spcBef>
                        <a:spcAft>
                          <a:spcPts val="0"/>
                        </a:spcAft>
                        <a:buNone/>
                      </a:pPr>
                      <a:r>
                        <a:rPr lang="en" sz="1050" b="0" i="0">
                          <a:solidFill>
                            <a:srgbClr val="191919"/>
                          </a:solidFill>
                          <a:latin typeface="Barlow"/>
                          <a:ea typeface="Barlow"/>
                          <a:cs typeface="Barlow"/>
                          <a:sym typeface="Barlow"/>
                        </a:rPr>
                        <a:t xml:space="preserve">Most countries cite the US below expectation</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c>
                  <a:txBody>
                    <a:bodyPr/>
                    <a:lstStyle/>
                    <a:p>
                      <a:pPr algn="l" marL="0" indent="0">
                        <a:lnSpc>
                          <a:spcPct val="100000"/>
                        </a:lnSpc>
                        <a:spcBef>
                          <a:spcPts val="0"/>
                        </a:spcBef>
                        <a:spcAft>
                          <a:spcPts val="0"/>
                        </a:spcAft>
                        <a:buNone/>
                      </a:pPr>
                      <a:r>
                        <a:rPr lang="en" sz="1200" b="0" i="0">
                          <a:solidFill>
                            <a:srgbClr val="FF0000"/>
                          </a:solidFill>
                          <a:latin typeface="Bebas Neue"/>
                          <a:ea typeface="Bebas Neue"/>
                          <a:cs typeface="Bebas Neue"/>
                          <a:sym typeface="Bebas Neue"/>
                        </a:rPr>
                        <a:t xml:space="preserve">DH deviates</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r>
              <a:tr h="566928">
                <a:tc>
                  <a:txBody>
                    <a:bodyPr/>
                    <a:lstStyle/>
                    <a:p>
                      <a:pPr algn="l" marL="0" indent="0">
                        <a:lnSpc>
                          <a:spcPct val="100000"/>
                        </a:lnSpc>
                        <a:spcBef>
                          <a:spcPts val="0"/>
                        </a:spcBef>
                        <a:spcAft>
                          <a:spcPts val="0"/>
                        </a:spcAft>
                        <a:buNone/>
                      </a:pPr>
                      <a:r>
                        <a:rPr lang="en" sz="1200" b="0" i="0">
                          <a:solidFill>
                            <a:srgbClr val="191919"/>
                          </a:solidFill>
                          <a:latin typeface="Bebas Neue"/>
                          <a:ea typeface="Bebas Neue"/>
                          <a:cs typeface="Bebas Neue"/>
                          <a:sym typeface="Bebas Neue"/>
                        </a:rPr>
                        <a:t xml:space="preserve">Trend</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c>
                  <a:txBody>
                    <a:bodyPr/>
                    <a:lstStyle/>
                    <a:p>
                      <a:pPr algn="l" marL="0" indent="0">
                        <a:lnSpc>
                          <a:spcPct val="100000"/>
                        </a:lnSpc>
                        <a:spcBef>
                          <a:spcPts val="0"/>
                        </a:spcBef>
                        <a:spcAft>
                          <a:spcPts val="0"/>
                        </a:spcAft>
                        <a:buNone/>
                      </a:pPr>
                      <a:r>
                        <a:rPr lang="en" sz="1050" b="0" i="0">
                          <a:solidFill>
                            <a:srgbClr val="191919"/>
                          </a:solidFill>
                          <a:latin typeface="Barlow"/>
                          <a:ea typeface="Barlow"/>
                          <a:cs typeface="Barlow"/>
                          <a:sym typeface="Barlow"/>
                        </a:rPr>
                        <a:t xml:space="preserve">Distance effect on citation tiny and shrinking; country bias does not fade</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c>
                  <a:txBody>
                    <a:bodyPr/>
                    <a:lstStyle/>
                    <a:p>
                      <a:pPr algn="l" marL="0" indent="0">
                        <a:lnSpc>
                          <a:spcPct val="100000"/>
                        </a:lnSpc>
                        <a:spcBef>
                          <a:spcPts val="0"/>
                        </a:spcBef>
                        <a:spcAft>
                          <a:spcPts val="0"/>
                        </a:spcAft>
                        <a:buNone/>
                      </a:pPr>
                      <a:r>
                        <a:rPr lang="en" sz="1050" b="0" i="0">
                          <a:solidFill>
                            <a:srgbClr val="191919"/>
                          </a:solidFill>
                          <a:latin typeface="Barlow"/>
                          <a:ea typeface="Barlow"/>
                          <a:cs typeface="Barlow"/>
                          <a:sym typeface="Barlow"/>
                        </a:rPr>
                        <a:t xml:space="preserve">Journals fade, 42 % → 25 %; the conference doesn’t</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c>
                  <a:txBody>
                    <a:bodyPr/>
                    <a:lstStyle/>
                    <a:p>
                      <a:pPr algn="l" marL="0" indent="0">
                        <a:lnSpc>
                          <a:spcPct val="100000"/>
                        </a:lnSpc>
                        <a:spcBef>
                          <a:spcPts val="0"/>
                        </a:spcBef>
                        <a:spcAft>
                          <a:spcPts val="0"/>
                        </a:spcAft>
                        <a:buNone/>
                      </a:pPr>
                      <a:r>
                        <a:rPr lang="en" sz="1200" b="0" i="0">
                          <a:solidFill>
                            <a:srgbClr val="FF0000"/>
                          </a:solidFill>
                          <a:latin typeface="Bebas Neue"/>
                          <a:ea typeface="Bebas Neue"/>
                          <a:cs typeface="Bebas Neue"/>
                          <a:sym typeface="Bebas Neue"/>
                        </a:rPr>
                        <a:t xml:space="preserve">Conference matches; journals don’t</a:t>
                      </a:r>
                    </a:p>
                  </a:txBody>
                  <a:tcPr marL="45720" marR="45720" marT="27432" marB="27432" anchor="ctr">
                    <a:lnL w="6350">
                      <a:solidFill>
                        <a:srgbClr val="BFBFBF"/>
                      </a:solidFill>
                    </a:lnL>
                    <a:lnR w="6350">
                      <a:solidFill>
                        <a:srgbClr val="BFBFBF"/>
                      </a:solidFill>
                    </a:lnR>
                    <a:lnT w="6350">
                      <a:solidFill>
                        <a:srgbClr val="BFBFBF"/>
                      </a:solidFill>
                    </a:lnT>
                    <a:lnB w="6350">
                      <a:solidFill>
                        <a:srgbClr val="BFBFBF"/>
                      </a:solidFill>
                    </a:lnB>
                    <a:noFill/>
                  </a:tcPr>
                </a:tc>
              </a:tr>
            </a:tbl>
          </a:graphicData>
        </a:graphic>
      </p:graphicFrame>
      <p:sp>
        <p:nvSpPr>
          <p:cNvPr id="172" name="text"/>
          <p:cNvSpPr txBox="1"/>
          <p:nvPr/>
        </p:nvSpPr>
        <p:spPr>
          <a:xfrm>
            <a:off x="548640" y="3977640"/>
            <a:ext cx="8046720" cy="411480"/>
          </a:xfrm>
          <a:prstGeom prst="rect">
            <a:avLst/>
          </a:prstGeom>
          <a:noFill/>
        </p:spPr>
        <p:txBody>
          <a:bodyPr wrap="square" lIns="0" tIns="0" rIns="0" bIns="0" anchor="ctr">
            <a:noAutofit/>
          </a:bodyPr>
          <a:lstStyle/>
          <a:p>
            <a:pPr algn="ctr" marL="0" indent="0">
              <a:lnSpc>
                <a:spcPct val="100000"/>
              </a:lnSpc>
              <a:spcBef>
                <a:spcPts val="0"/>
              </a:spcBef>
              <a:spcAft>
                <a:spcPts val="0"/>
              </a:spcAft>
              <a:buNone/>
            </a:pPr>
            <a:r>
              <a:rPr lang="en" sz="1200" b="1" i="1">
                <a:solidFill>
                  <a:srgbClr val="FF0000"/>
                </a:solidFill>
                <a:latin typeface="Barlow"/>
                <a:ea typeface="Barlow"/>
                <a:cs typeface="Barlow"/>
                <a:sym typeface="Barlow"/>
              </a:rPr>
              <a:t xml:space="preserve">Comparable in sign, not in magnitude: a model coefficient versus a share ratio.</a:t>
            </a:r>
          </a:p>
        </p:txBody>
      </p:sp>
      <p:sp>
        <p:nvSpPr>
          <p:cNvPr id="173" name="slide number"/>
          <p:cNvSpPr txBox="1"/>
          <p:nvPr>
            <p:ph idx="12" type="sldNum"/>
          </p:nvPr>
        </p:nvSpPr>
        <p:spPr>
          <a:xfrm>
            <a:off x="8250500" y="4608500"/>
            <a:ext cx="695100" cy="279300"/>
          </a:xfrm>
          <a:prstGeom prst="rect">
            <a:avLst/>
          </a:prstGeom>
        </p:spPr>
        <p:txBody>
          <a:bodyPr anchor="ctr"/>
          <a:lstStyle/>
          <a:p>
            <a:pPr algn="ctr"/>
            <a:fld id="{00000000-1234-1234-1234-123412341234}" type="slidenum">
              <a:rPr lang="en" sz="900">
                <a:solidFill>
                  <a:srgbClr val="FF0000"/>
                </a:solidFill>
                <a:latin typeface="Barlow"/>
              </a:rPr>
              <a:t>‹#›</a:t>
            </a:fld>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title"/>
          <p:cNvSpPr txBox="1"/>
          <p:nvPr/>
        </p:nvSpPr>
        <p:spPr>
          <a:xfrm>
            <a:off x="859536" y="457200"/>
            <a:ext cx="7424928" cy="566928"/>
          </a:xfrm>
          <a:prstGeom prst="rect">
            <a:avLst/>
          </a:prstGeom>
          <a:noFill/>
        </p:spPr>
        <p:txBody>
          <a:bodyPr wrap="square" lIns="0" tIns="0" rIns="0" bIns="0" anchor="ctr">
            <a:noAutofit/>
          </a:bodyPr>
          <a:lstStyle/>
          <a:p>
            <a:pPr algn="ctr" marL="0" indent="0">
              <a:lnSpc>
                <a:spcPct val="100000"/>
              </a:lnSpc>
              <a:spcBef>
                <a:spcPts val="0"/>
              </a:spcBef>
              <a:spcAft>
                <a:spcPts val="0"/>
              </a:spcAft>
              <a:buNone/>
            </a:pPr>
            <a:r>
              <a:rPr lang="en" sz="2800" b="0" i="0">
                <a:solidFill>
                  <a:srgbClr val="FF0000"/>
                </a:solidFill>
                <a:latin typeface="Bebas Neue"/>
                <a:ea typeface="Bebas Neue"/>
                <a:cs typeface="Bebas Neue"/>
                <a:sym typeface="Bebas Neue"/>
              </a:rPr>
              <a:t xml:space="preserve">Caveats</a:t>
            </a:r>
            <a:r>
              <a:rPr lang="en" sz="2800" b="0" i="0">
                <a:solidFill>
                  <a:srgbClr val="191919"/>
                </a:solidFill>
                <a:latin typeface="Bebas Neue"/>
                <a:ea typeface="Bebas Neue"/>
                <a:cs typeface="Bebas Neue"/>
                <a:sym typeface="Bebas Neue"/>
              </a:rPr>
              <a:t xml:space="preserve"> &amp; next steps</a:t>
            </a:r>
          </a:p>
        </p:txBody>
      </p:sp>
      <p:sp>
        <p:nvSpPr>
          <p:cNvPr id="175" name="shape"/>
          <p:cNvSpPr/>
          <p:nvPr/>
        </p:nvSpPr>
        <p:spPr>
          <a:xfrm>
            <a:off x="8494776" y="987552"/>
            <a:ext cx="649224" cy="1115568"/>
          </a:xfrm>
          <a:prstGeom prst="rect">
            <a:avLst/>
          </a:prstGeom>
          <a:solidFill>
            <a:srgbClr val="FF0000"/>
          </a:solidFill>
          <a:ln>
            <a:noFill/>
          </a:ln>
        </p:spPr>
        <p:txBody>
          <a:bodyPr/>
          <a:lstStyle/>
          <a:p>
            <a:endParaRPr/>
          </a:p>
        </p:txBody>
      </p:sp>
      <p:sp>
        <p:nvSpPr>
          <p:cNvPr id="176" name="text"/>
          <p:cNvSpPr txBox="1"/>
          <p:nvPr/>
        </p:nvSpPr>
        <p:spPr>
          <a:xfrm>
            <a:off x="594360" y="1097280"/>
            <a:ext cx="3840480" cy="365760"/>
          </a:xfrm>
          <a:prstGeom prst="rect">
            <a:avLst/>
          </a:prstGeom>
          <a:noFill/>
        </p:spPr>
        <p:txBody>
          <a:bodyPr wrap="square" lIns="0" tIns="0" rIns="0" bIns="0" anchor="t">
            <a:noAutofit/>
          </a:bodyPr>
          <a:lstStyle/>
          <a:p>
            <a:pPr algn="l" marL="0" indent="0">
              <a:lnSpc>
                <a:spcPct val="100000"/>
              </a:lnSpc>
              <a:spcBef>
                <a:spcPts val="0"/>
              </a:spcBef>
              <a:spcAft>
                <a:spcPts val="0"/>
              </a:spcAft>
              <a:buNone/>
            </a:pPr>
            <a:r>
              <a:rPr lang="en" sz="1800" b="0" i="0">
                <a:solidFill>
                  <a:srgbClr val="FF0000"/>
                </a:solidFill>
                <a:latin typeface="Bebas Neue"/>
                <a:ea typeface="Bebas Neue"/>
                <a:cs typeface="Bebas Neue"/>
                <a:sym typeface="Bebas Neue"/>
              </a:rPr>
              <a:t xml:space="preserve">Caveats</a:t>
            </a:r>
          </a:p>
        </p:txBody>
      </p:sp>
      <p:sp>
        <p:nvSpPr>
          <p:cNvPr id="177" name="shape"/>
          <p:cNvSpPr/>
          <p:nvPr/>
        </p:nvSpPr>
        <p:spPr>
          <a:xfrm>
            <a:off x="594360" y="1481328"/>
            <a:ext cx="822960" cy="54864"/>
          </a:xfrm>
          <a:prstGeom prst="rect">
            <a:avLst/>
          </a:prstGeom>
          <a:solidFill>
            <a:srgbClr val="FF0000"/>
          </a:solidFill>
          <a:ln>
            <a:noFill/>
          </a:ln>
        </p:spPr>
        <p:txBody>
          <a:bodyPr/>
          <a:lstStyle/>
          <a:p>
            <a:endParaRPr/>
          </a:p>
        </p:txBody>
      </p:sp>
      <p:sp>
        <p:nvSpPr>
          <p:cNvPr id="178" name="text"/>
          <p:cNvSpPr txBox="1"/>
          <p:nvPr/>
        </p:nvSpPr>
        <p:spPr>
          <a:xfrm>
            <a:off x="594360" y="1783080"/>
            <a:ext cx="3840480" cy="2651760"/>
          </a:xfrm>
          <a:prstGeom prst="rect">
            <a:avLst/>
          </a:prstGeom>
          <a:noFill/>
        </p:spPr>
        <p:txBody>
          <a:bodyPr wrap="square" lIns="0" tIns="0" rIns="0" bIns="0" anchor="t">
            <a:noAutofit/>
          </a:bodyPr>
          <a:lstStyle/>
          <a:p>
            <a:pPr algn="l" marL="201168" indent="-201168">
              <a:lnSpc>
                <a:spcPct val="100000"/>
              </a:lnSpc>
              <a:spcBef>
                <a:spcPts val="0"/>
              </a:spcBef>
              <a:spcAft>
                <a:spcPts val="1100"/>
              </a:spcAft>
              <a:buClr>
                <a:srgbClr val="FF0000"/>
              </a:buClr>
              <a:buSzPct val="90000"/>
              <a:buFont typeface="Arial"/>
              <a:buChar char="■"/>
            </a:pPr>
            <a:r>
              <a:rPr lang="en" sz="1250" b="0" i="0">
                <a:solidFill>
                  <a:srgbClr val="191919"/>
                </a:solidFill>
                <a:latin typeface="Barlow"/>
                <a:ea typeface="Barlow"/>
                <a:cs typeface="Barlow"/>
                <a:sym typeface="Barlow"/>
              </a:rPr>
              <a:t xml:space="preserve">Conference network is reconstructed: a reference must be parseable, in OpenAlex, and carry country — skews English-language and recent</a:t>
            </a:r>
          </a:p>
          <a:p>
            <a:pPr algn="l" marL="201168" indent="-201168">
              <a:lnSpc>
                <a:spcPct val="100000"/>
              </a:lnSpc>
              <a:spcBef>
                <a:spcPts val="0"/>
              </a:spcBef>
              <a:spcAft>
                <a:spcPts val="1100"/>
              </a:spcAft>
              <a:buClr>
                <a:srgbClr val="FF0000"/>
              </a:buClr>
              <a:buSzPct val="90000"/>
              <a:buFont typeface="Arial"/>
              <a:buChar char="■"/>
            </a:pPr>
            <a:r>
              <a:rPr lang="en" sz="1250" b="0" i="0">
                <a:solidFill>
                  <a:srgbClr val="191919"/>
                </a:solidFill>
                <a:latin typeface="Barlow"/>
                <a:ea typeface="Barlow"/>
                <a:cs typeface="Barlow"/>
                <a:sym typeface="Barlow"/>
              </a:rPr>
              <a:t xml:space="preserve">Per-series is effectively ADHO vs DHd; other regional series resolve to nothing</a:t>
            </a:r>
          </a:p>
          <a:p>
            <a:pPr algn="l" marL="201168" indent="-201168">
              <a:lnSpc>
                <a:spcPct val="100000"/>
              </a:lnSpc>
              <a:spcBef>
                <a:spcPts val="0"/>
              </a:spcBef>
              <a:spcAft>
                <a:spcPts val="1100"/>
              </a:spcAft>
              <a:buClr>
                <a:srgbClr val="FF0000"/>
              </a:buClr>
              <a:buSzPct val="90000"/>
              <a:buFont typeface="Arial"/>
              <a:buChar char="■"/>
            </a:pPr>
            <a:r>
              <a:rPr lang="en" sz="1250" b="0" i="0">
                <a:solidFill>
                  <a:srgbClr val="191919"/>
                </a:solidFill>
                <a:latin typeface="Barlow"/>
                <a:ea typeface="Barlow"/>
                <a:cs typeface="Barlow"/>
                <a:sym typeface="Barlow"/>
              </a:rPr>
              <a:t xml:space="preserve">Keyword search favours work that calls itself DH</a:t>
            </a:r>
          </a:p>
          <a:p>
            <a:pPr algn="l" marL="201168" indent="-201168">
              <a:lnSpc>
                <a:spcPct val="100000"/>
              </a:lnSpc>
              <a:spcBef>
                <a:spcPts val="0"/>
              </a:spcBef>
              <a:spcAft>
                <a:spcPts val="1100"/>
              </a:spcAft>
              <a:buClr>
                <a:srgbClr val="FF0000"/>
              </a:buClr>
              <a:buSzPct val="90000"/>
              <a:buFont typeface="Arial"/>
              <a:buChar char="■"/>
            </a:pPr>
            <a:r>
              <a:rPr lang="en" sz="1250" b="0" i="0">
                <a:solidFill>
                  <a:srgbClr val="191919"/>
                </a:solidFill>
                <a:latin typeface="Barlow"/>
                <a:ea typeface="Barlow"/>
                <a:cs typeface="Barlow"/>
                <a:sym typeface="Barlow"/>
              </a:rPr>
              <a:t xml:space="preserve">Full counting inflates multi-country papers</a:t>
            </a:r>
          </a:p>
          <a:p>
            <a:pPr algn="l" marL="201168" indent="-201168">
              <a:lnSpc>
                <a:spcPct val="100000"/>
              </a:lnSpc>
              <a:spcBef>
                <a:spcPts val="0"/>
              </a:spcBef>
              <a:spcAft>
                <a:spcPts val="1100"/>
              </a:spcAft>
              <a:buClr>
                <a:srgbClr val="FF0000"/>
              </a:buClr>
              <a:buSzPct val="90000"/>
              <a:buFont typeface="Arial"/>
              <a:buChar char="■"/>
            </a:pPr>
            <a:r>
              <a:rPr lang="en" sz="1250" b="0" i="0">
                <a:solidFill>
                  <a:srgbClr val="191919"/>
                </a:solidFill>
                <a:latin typeface="Barlow"/>
                <a:ea typeface="Barlow"/>
                <a:cs typeface="Barlow"/>
                <a:sym typeface="Barlow"/>
              </a:rPr>
              <a:t xml:space="preserve">Country ≠ language ≠ culture</a:t>
            </a:r>
          </a:p>
        </p:txBody>
      </p:sp>
      <p:sp>
        <p:nvSpPr>
          <p:cNvPr id="179" name="text"/>
          <p:cNvSpPr txBox="1"/>
          <p:nvPr/>
        </p:nvSpPr>
        <p:spPr>
          <a:xfrm>
            <a:off x="4846320" y="1097280"/>
            <a:ext cx="3474720" cy="365760"/>
          </a:xfrm>
          <a:prstGeom prst="rect">
            <a:avLst/>
          </a:prstGeom>
          <a:noFill/>
        </p:spPr>
        <p:txBody>
          <a:bodyPr wrap="square" lIns="0" tIns="0" rIns="0" bIns="0" anchor="t">
            <a:noAutofit/>
          </a:bodyPr>
          <a:lstStyle/>
          <a:p>
            <a:pPr algn="l" marL="0" indent="0">
              <a:lnSpc>
                <a:spcPct val="100000"/>
              </a:lnSpc>
              <a:spcBef>
                <a:spcPts val="0"/>
              </a:spcBef>
              <a:spcAft>
                <a:spcPts val="0"/>
              </a:spcAft>
              <a:buNone/>
            </a:pPr>
            <a:r>
              <a:rPr lang="en" sz="1800" b="0" i="0">
                <a:solidFill>
                  <a:srgbClr val="FF0000"/>
                </a:solidFill>
                <a:latin typeface="Bebas Neue"/>
                <a:ea typeface="Bebas Neue"/>
                <a:cs typeface="Bebas Neue"/>
                <a:sym typeface="Bebas Neue"/>
              </a:rPr>
              <a:t xml:space="preserve">Next</a:t>
            </a:r>
          </a:p>
        </p:txBody>
      </p:sp>
      <p:sp>
        <p:nvSpPr>
          <p:cNvPr id="180" name="shape"/>
          <p:cNvSpPr/>
          <p:nvPr/>
        </p:nvSpPr>
        <p:spPr>
          <a:xfrm>
            <a:off x="4846320" y="1481328"/>
            <a:ext cx="822960" cy="54864"/>
          </a:xfrm>
          <a:prstGeom prst="rect">
            <a:avLst/>
          </a:prstGeom>
          <a:solidFill>
            <a:srgbClr val="FF0000"/>
          </a:solidFill>
          <a:ln>
            <a:noFill/>
          </a:ln>
        </p:spPr>
        <p:txBody>
          <a:bodyPr/>
          <a:lstStyle/>
          <a:p>
            <a:endParaRPr/>
          </a:p>
        </p:txBody>
      </p:sp>
      <p:sp>
        <p:nvSpPr>
          <p:cNvPr id="181" name="text"/>
          <p:cNvSpPr txBox="1"/>
          <p:nvPr/>
        </p:nvSpPr>
        <p:spPr>
          <a:xfrm>
            <a:off x="4846320" y="1783080"/>
            <a:ext cx="3474720" cy="2651760"/>
          </a:xfrm>
          <a:prstGeom prst="rect">
            <a:avLst/>
          </a:prstGeom>
          <a:noFill/>
        </p:spPr>
        <p:txBody>
          <a:bodyPr wrap="square" lIns="0" tIns="0" rIns="0" bIns="0" anchor="t">
            <a:noAutofit/>
          </a:bodyPr>
          <a:lstStyle/>
          <a:p>
            <a:pPr algn="l" marL="201168" indent="-201168">
              <a:lnSpc>
                <a:spcPct val="100000"/>
              </a:lnSpc>
              <a:spcBef>
                <a:spcPts val="0"/>
              </a:spcBef>
              <a:spcAft>
                <a:spcPts val="1400"/>
              </a:spcAft>
              <a:buClr>
                <a:srgbClr val="FF0000"/>
              </a:buClr>
              <a:buSzPct val="90000"/>
              <a:buFont typeface="Arial"/>
              <a:buChar char="■"/>
            </a:pPr>
            <a:r>
              <a:rPr lang="en" sz="1250" b="0" i="0">
                <a:solidFill>
                  <a:srgbClr val="191919"/>
                </a:solidFill>
                <a:latin typeface="Barlow"/>
                <a:ea typeface="Barlow"/>
                <a:cs typeface="Barlow"/>
                <a:sym typeface="Barlow"/>
              </a:rPr>
              <a:t xml:space="preserve">Same pipeline on History, Literature, Sociology, Political Science — is DH distinctive?</a:t>
            </a:r>
          </a:p>
          <a:p>
            <a:pPr algn="l" marL="201168" indent="-201168">
              <a:lnSpc>
                <a:spcPct val="100000"/>
              </a:lnSpc>
              <a:spcBef>
                <a:spcPts val="0"/>
              </a:spcBef>
              <a:spcAft>
                <a:spcPts val="1400"/>
              </a:spcAft>
              <a:buClr>
                <a:srgbClr val="FF0000"/>
              </a:buClr>
              <a:buSzPct val="90000"/>
              <a:buFont typeface="Arial"/>
              <a:buChar char="■"/>
            </a:pPr>
            <a:r>
              <a:rPr lang="en" sz="1250" b="0" i="0">
                <a:solidFill>
                  <a:srgbClr val="191919"/>
                </a:solidFill>
                <a:latin typeface="Barlow"/>
                <a:ea typeface="Barlow"/>
                <a:cs typeface="Barlow"/>
                <a:sym typeface="Barlow"/>
              </a:rPr>
              <a:t xml:space="preserve">Fit Wu et al.’s preference model on the DH corpus: is the US-column difference field or method?</a:t>
            </a:r>
          </a:p>
          <a:p>
            <a:pPr algn="l" marL="201168" indent="-201168">
              <a:lnSpc>
                <a:spcPct val="100000"/>
              </a:lnSpc>
              <a:spcBef>
                <a:spcPts val="0"/>
              </a:spcBef>
              <a:spcAft>
                <a:spcPts val="1400"/>
              </a:spcAft>
              <a:buClr>
                <a:srgbClr val="FF0000"/>
              </a:buClr>
              <a:buSzPct val="90000"/>
              <a:buFont typeface="Arial"/>
              <a:buChar char="■"/>
            </a:pPr>
            <a:r>
              <a:rPr lang="en" sz="1250" b="0" i="0">
                <a:solidFill>
                  <a:srgbClr val="191919"/>
                </a:solidFill>
                <a:latin typeface="Barlow"/>
                <a:ea typeface="Barlow"/>
                <a:cs typeface="Barlow"/>
                <a:sym typeface="Barlow"/>
              </a:rPr>
              <a:t xml:space="preserve">Push conference resolution past 27 %: ~3,000 references sit in the 0.85–0.95 review band</a:t>
            </a:r>
          </a:p>
        </p:txBody>
      </p:sp>
      <p:sp>
        <p:nvSpPr>
          <p:cNvPr id="182" name="slide number"/>
          <p:cNvSpPr txBox="1"/>
          <p:nvPr>
            <p:ph idx="12" type="sldNum"/>
          </p:nvPr>
        </p:nvSpPr>
        <p:spPr>
          <a:xfrm>
            <a:off x="8250500" y="4608500"/>
            <a:ext cx="695100" cy="279300"/>
          </a:xfrm>
          <a:prstGeom prst="rect">
            <a:avLst/>
          </a:prstGeom>
        </p:spPr>
        <p:txBody>
          <a:bodyPr anchor="ctr"/>
          <a:lstStyle/>
          <a:p>
            <a:pPr algn="ctr"/>
            <a:fld id="{00000000-1234-1234-1234-123412341234}" type="slidenum">
              <a:rPr lang="en" sz="900">
                <a:solidFill>
                  <a:srgbClr val="FF0000"/>
                </a:solidFill>
                <a:latin typeface="Barlow"/>
              </a:rPr>
              <a:t>‹#›</a:t>
            </a:fld>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title"/>
          <p:cNvSpPr txBox="1"/>
          <p:nvPr/>
        </p:nvSpPr>
        <p:spPr>
          <a:xfrm>
            <a:off x="859536" y="457200"/>
            <a:ext cx="7424928" cy="566928"/>
          </a:xfrm>
          <a:prstGeom prst="rect">
            <a:avLst/>
          </a:prstGeom>
          <a:noFill/>
        </p:spPr>
        <p:txBody>
          <a:bodyPr wrap="square" lIns="0" tIns="0" rIns="0" bIns="0" anchor="ctr">
            <a:noAutofit/>
          </a:bodyPr>
          <a:lstStyle/>
          <a:p>
            <a:pPr algn="ctr" marL="0" indent="0">
              <a:lnSpc>
                <a:spcPct val="100000"/>
              </a:lnSpc>
              <a:spcBef>
                <a:spcPts val="0"/>
              </a:spcBef>
              <a:spcAft>
                <a:spcPts val="0"/>
              </a:spcAft>
              <a:buNone/>
            </a:pPr>
            <a:r>
              <a:rPr lang="en" sz="2800" b="0" i="0">
                <a:solidFill>
                  <a:srgbClr val="191919"/>
                </a:solidFill>
                <a:latin typeface="Bebas Neue"/>
                <a:ea typeface="Bebas Neue"/>
                <a:cs typeface="Bebas Neue"/>
                <a:sym typeface="Bebas Neue"/>
              </a:rPr>
              <a:t xml:space="preserve">Three things to </a:t>
            </a:r>
            <a:r>
              <a:rPr lang="en" sz="2800" b="0" i="0">
                <a:solidFill>
                  <a:srgbClr val="FF0000"/>
                </a:solidFill>
                <a:latin typeface="Bebas Neue"/>
                <a:ea typeface="Bebas Neue"/>
                <a:cs typeface="Bebas Neue"/>
                <a:sym typeface="Bebas Neue"/>
              </a:rPr>
              <a:t xml:space="preserve">take home</a:t>
            </a:r>
          </a:p>
        </p:txBody>
      </p:sp>
      <p:sp>
        <p:nvSpPr>
          <p:cNvPr id="184" name="text"/>
          <p:cNvSpPr txBox="1"/>
          <p:nvPr/>
        </p:nvSpPr>
        <p:spPr>
          <a:xfrm>
            <a:off x="822960" y="1143000"/>
            <a:ext cx="868680" cy="640080"/>
          </a:xfrm>
          <a:prstGeom prst="rect">
            <a:avLst/>
          </a:prstGeom>
          <a:noFill/>
        </p:spPr>
        <p:txBody>
          <a:bodyPr wrap="square" lIns="0" tIns="0" rIns="0" bIns="0" anchor="ctr">
            <a:noAutofit/>
          </a:bodyPr>
          <a:lstStyle/>
          <a:p>
            <a:pPr algn="l" marL="0" indent="0">
              <a:lnSpc>
                <a:spcPct val="100000"/>
              </a:lnSpc>
              <a:spcBef>
                <a:spcPts val="0"/>
              </a:spcBef>
              <a:spcAft>
                <a:spcPts val="0"/>
              </a:spcAft>
              <a:buNone/>
            </a:pPr>
            <a:r>
              <a:rPr lang="en" sz="3000" b="0" i="1">
                <a:solidFill>
                  <a:srgbClr val="FF0000"/>
                </a:solidFill>
                <a:latin typeface="Abril Fatface"/>
                <a:ea typeface="Abril Fatface"/>
                <a:cs typeface="Abril Fatface"/>
                <a:sym typeface="Abril Fatface"/>
              </a:rPr>
              <a:t xml:space="preserve">01</a:t>
            </a:r>
          </a:p>
        </p:txBody>
      </p:sp>
      <p:sp>
        <p:nvSpPr>
          <p:cNvPr id="185" name="text"/>
          <p:cNvSpPr txBox="1"/>
          <p:nvPr/>
        </p:nvSpPr>
        <p:spPr>
          <a:xfrm>
            <a:off x="1828800" y="1143000"/>
            <a:ext cx="6309360" cy="640080"/>
          </a:xfrm>
          <a:prstGeom prst="rect">
            <a:avLst/>
          </a:prstGeom>
          <a:noFill/>
        </p:spPr>
        <p:txBody>
          <a:bodyPr wrap="square" lIns="0" tIns="0" rIns="0" bIns="0" anchor="ctr">
            <a:noAutofit/>
          </a:bodyPr>
          <a:lstStyle/>
          <a:p>
            <a:pPr algn="l" marL="0" indent="0">
              <a:lnSpc>
                <a:spcPct val="100000"/>
              </a:lnSpc>
              <a:spcBef>
                <a:spcPts val="0"/>
              </a:spcBef>
              <a:spcAft>
                <a:spcPts val="0"/>
              </a:spcAft>
              <a:buNone/>
            </a:pPr>
            <a:r>
              <a:rPr lang="en" sz="1400" b="0" i="0">
                <a:solidFill>
                  <a:srgbClr val="191919"/>
                </a:solidFill>
                <a:latin typeface="Barlow"/>
                <a:ea typeface="Barlow"/>
                <a:cs typeface="Barlow"/>
                <a:sym typeface="Barlow"/>
              </a:rPr>
              <a:t xml:space="preserve">Geographic self-citation in DH is universal and significant — and most amplified in small national communities, not large ones.</a:t>
            </a:r>
          </a:p>
        </p:txBody>
      </p:sp>
      <p:sp>
        <p:nvSpPr>
          <p:cNvPr id="186" name="text"/>
          <p:cNvSpPr txBox="1"/>
          <p:nvPr/>
        </p:nvSpPr>
        <p:spPr>
          <a:xfrm>
            <a:off x="822960" y="1920240"/>
            <a:ext cx="868680" cy="640080"/>
          </a:xfrm>
          <a:prstGeom prst="rect">
            <a:avLst/>
          </a:prstGeom>
          <a:noFill/>
        </p:spPr>
        <p:txBody>
          <a:bodyPr wrap="square" lIns="0" tIns="0" rIns="0" bIns="0" anchor="ctr">
            <a:noAutofit/>
          </a:bodyPr>
          <a:lstStyle/>
          <a:p>
            <a:pPr algn="l" marL="0" indent="0">
              <a:lnSpc>
                <a:spcPct val="100000"/>
              </a:lnSpc>
              <a:spcBef>
                <a:spcPts val="0"/>
              </a:spcBef>
              <a:spcAft>
                <a:spcPts val="0"/>
              </a:spcAft>
              <a:buNone/>
            </a:pPr>
            <a:r>
              <a:rPr lang="en" sz="3000" b="0" i="1">
                <a:solidFill>
                  <a:srgbClr val="FF0000"/>
                </a:solidFill>
                <a:latin typeface="Abril Fatface"/>
                <a:ea typeface="Abril Fatface"/>
                <a:cs typeface="Abril Fatface"/>
                <a:sym typeface="Abril Fatface"/>
              </a:rPr>
              <a:t xml:space="preserve">02</a:t>
            </a:r>
          </a:p>
        </p:txBody>
      </p:sp>
      <p:sp>
        <p:nvSpPr>
          <p:cNvPr id="187" name="text"/>
          <p:cNvSpPr txBox="1"/>
          <p:nvPr/>
        </p:nvSpPr>
        <p:spPr>
          <a:xfrm>
            <a:off x="1828800" y="1920240"/>
            <a:ext cx="6309360" cy="640080"/>
          </a:xfrm>
          <a:prstGeom prst="rect">
            <a:avLst/>
          </a:prstGeom>
          <a:noFill/>
        </p:spPr>
        <p:txBody>
          <a:bodyPr wrap="square" lIns="0" tIns="0" rIns="0" bIns="0" anchor="ctr">
            <a:noAutofit/>
          </a:bodyPr>
          <a:lstStyle/>
          <a:p>
            <a:pPr algn="l" marL="0" indent="0">
              <a:lnSpc>
                <a:spcPct val="100000"/>
              </a:lnSpc>
              <a:spcBef>
                <a:spcPts val="0"/>
              </a:spcBef>
              <a:spcAft>
                <a:spcPts val="0"/>
              </a:spcAft>
              <a:buNone/>
            </a:pPr>
            <a:r>
              <a:rPr lang="en" sz="1400" b="0" i="0">
                <a:solidFill>
                  <a:srgbClr val="191919"/>
                </a:solidFill>
                <a:latin typeface="Barlow"/>
                <a:ea typeface="Barlow"/>
                <a:cs typeface="Barlow"/>
                <a:sym typeface="Barlow"/>
              </a:rPr>
              <a:t xml:space="preserve">DH journals have been shedding it for twenty years: 42 % → 25 %.</a:t>
            </a:r>
          </a:p>
        </p:txBody>
      </p:sp>
      <p:sp>
        <p:nvSpPr>
          <p:cNvPr id="188" name="text"/>
          <p:cNvSpPr txBox="1"/>
          <p:nvPr/>
        </p:nvSpPr>
        <p:spPr>
          <a:xfrm>
            <a:off x="822960" y="2697480"/>
            <a:ext cx="868680" cy="640080"/>
          </a:xfrm>
          <a:prstGeom prst="rect">
            <a:avLst/>
          </a:prstGeom>
          <a:noFill/>
        </p:spPr>
        <p:txBody>
          <a:bodyPr wrap="square" lIns="0" tIns="0" rIns="0" bIns="0" anchor="ctr">
            <a:noAutofit/>
          </a:bodyPr>
          <a:lstStyle/>
          <a:p>
            <a:pPr algn="l" marL="0" indent="0">
              <a:lnSpc>
                <a:spcPct val="100000"/>
              </a:lnSpc>
              <a:spcBef>
                <a:spcPts val="0"/>
              </a:spcBef>
              <a:spcAft>
                <a:spcPts val="0"/>
              </a:spcAft>
              <a:buNone/>
            </a:pPr>
            <a:r>
              <a:rPr lang="en" sz="3000" b="0" i="1">
                <a:solidFill>
                  <a:srgbClr val="FF0000"/>
                </a:solidFill>
                <a:latin typeface="Abril Fatface"/>
                <a:ea typeface="Abril Fatface"/>
                <a:cs typeface="Abril Fatface"/>
                <a:sym typeface="Abril Fatface"/>
              </a:rPr>
              <a:t xml:space="preserve">03</a:t>
            </a:r>
          </a:p>
        </p:txBody>
      </p:sp>
      <p:sp>
        <p:nvSpPr>
          <p:cNvPr id="189" name="text"/>
          <p:cNvSpPr txBox="1"/>
          <p:nvPr/>
        </p:nvSpPr>
        <p:spPr>
          <a:xfrm>
            <a:off x="1828800" y="2697480"/>
            <a:ext cx="6309360" cy="640080"/>
          </a:xfrm>
          <a:prstGeom prst="rect">
            <a:avLst/>
          </a:prstGeom>
          <a:noFill/>
        </p:spPr>
        <p:txBody>
          <a:bodyPr wrap="square" lIns="0" tIns="0" rIns="0" bIns="0" anchor="ctr">
            <a:noAutofit/>
          </a:bodyPr>
          <a:lstStyle/>
          <a:p>
            <a:pPr algn="l" marL="0" indent="0">
              <a:lnSpc>
                <a:spcPct val="100000"/>
              </a:lnSpc>
              <a:spcBef>
                <a:spcPts val="0"/>
              </a:spcBef>
              <a:spcAft>
                <a:spcPts val="0"/>
              </a:spcAft>
              <a:buNone/>
            </a:pPr>
            <a:r>
              <a:rPr lang="en" sz="1400" b="0" i="0">
                <a:solidFill>
                  <a:srgbClr val="191919"/>
                </a:solidFill>
                <a:latin typeface="Barlow"/>
                <a:ea typeface="Barlow"/>
                <a:cs typeface="Barlow"/>
                <a:sym typeface="Barlow"/>
              </a:rPr>
              <a:t xml:space="preserve">The ADHO conference hasn’t: flat at ≈ 42 %.</a:t>
            </a:r>
          </a:p>
        </p:txBody>
      </p:sp>
      <p:sp>
        <p:nvSpPr>
          <p:cNvPr id="190" name="shape"/>
          <p:cNvSpPr/>
          <p:nvPr/>
        </p:nvSpPr>
        <p:spPr>
          <a:xfrm>
            <a:off x="1828800" y="3703320"/>
            <a:ext cx="6675120" cy="566928"/>
          </a:xfrm>
          <a:prstGeom prst="rect">
            <a:avLst/>
          </a:prstGeom>
          <a:solidFill>
            <a:srgbClr val="FF0000"/>
          </a:solidFill>
          <a:ln>
            <a:noFill/>
          </a:ln>
        </p:spPr>
        <p:txBody>
          <a:bodyPr/>
          <a:lstStyle/>
          <a:p>
            <a:endParaRPr/>
          </a:p>
        </p:txBody>
      </p:sp>
      <p:sp>
        <p:nvSpPr>
          <p:cNvPr id="191" name="text"/>
          <p:cNvSpPr txBox="1"/>
          <p:nvPr/>
        </p:nvSpPr>
        <p:spPr>
          <a:xfrm>
            <a:off x="1965960" y="3703320"/>
            <a:ext cx="6400800" cy="566928"/>
          </a:xfrm>
          <a:prstGeom prst="rect">
            <a:avLst/>
          </a:prstGeom>
          <a:noFill/>
        </p:spPr>
        <p:txBody>
          <a:bodyPr wrap="square" lIns="0" tIns="0" rIns="0" bIns="0" anchor="ctr">
            <a:noAutofit/>
          </a:bodyPr>
          <a:lstStyle/>
          <a:p>
            <a:pPr algn="l" marL="0" indent="0">
              <a:lnSpc>
                <a:spcPct val="100000"/>
              </a:lnSpc>
              <a:spcBef>
                <a:spcPts val="0"/>
              </a:spcBef>
              <a:spcAft>
                <a:spcPts val="100"/>
              </a:spcAft>
              <a:buNone/>
            </a:pPr>
            <a:r>
              <a:rPr lang="en" sz="1300" b="1" i="0">
                <a:solidFill>
                  <a:srgbClr val="FFFFFF"/>
                </a:solidFill>
                <a:latin typeface="Barlow"/>
                <a:ea typeface="Barlow"/>
                <a:cs typeface="Barlow"/>
                <a:sym typeface="Barlow"/>
              </a:rPr>
              <a:t xml:space="preserve">github.com/fedormyskin/OpenAlex-DH-analysis</a:t>
            </a:r>
          </a:p>
          <a:p>
            <a:pPr algn="l" marL="0" indent="0">
              <a:lnSpc>
                <a:spcPct val="100000"/>
              </a:lnSpc>
              <a:spcBef>
                <a:spcPts val="0"/>
              </a:spcBef>
              <a:spcAft>
                <a:spcPts val="0"/>
              </a:spcAft>
              <a:buNone/>
            </a:pPr>
            <a:r>
              <a:rPr lang="en" sz="1000" b="0" i="0">
                <a:solidFill>
                  <a:srgbClr val="FFFFFF"/>
                </a:solidFill>
                <a:latin typeface="Barlow"/>
                <a:ea typeface="Barlow"/>
                <a:cs typeface="Barlow"/>
                <a:sym typeface="Barlow"/>
              </a:rPr>
              <a:t xml:space="preserve">code · data · conference reference-matching pipeline</a:t>
            </a:r>
          </a:p>
        </p:txBody>
      </p:sp>
      <p:sp>
        <p:nvSpPr>
          <p:cNvPr id="192" name="slide number"/>
          <p:cNvSpPr txBox="1"/>
          <p:nvPr>
            <p:ph idx="12" type="sldNum"/>
          </p:nvPr>
        </p:nvSpPr>
        <p:spPr>
          <a:xfrm>
            <a:off x="8250500" y="4608500"/>
            <a:ext cx="695100" cy="279300"/>
          </a:xfrm>
          <a:prstGeom prst="rect">
            <a:avLst/>
          </a:prstGeom>
        </p:spPr>
        <p:txBody>
          <a:bodyPr anchor="ctr"/>
          <a:lstStyle/>
          <a:p>
            <a:pPr algn="ctr"/>
            <a:fld id="{00000000-1234-1234-1234-123412341234}" type="slidenum">
              <a:rPr lang="en" sz="900">
                <a:solidFill>
                  <a:srgbClr val="FF0000"/>
                </a:solidFill>
                <a:latin typeface="Barlow"/>
              </a:rPr>
              <a:t>‹#›</a:t>
            </a:fld>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RM Implementation Project Proposal by Slidesgo">
  <a:themeElements>
    <a:clrScheme name="Simple Light">
      <a:dk1>
        <a:srgbClr val="272728"/>
      </a:dk1>
      <a:lt1>
        <a:srgbClr val="FF0000"/>
      </a:lt1>
      <a:dk2>
        <a:srgbClr val="FCFAFF"/>
      </a:dk2>
      <a:lt2>
        <a:srgbClr val="EFEDDE"/>
      </a:lt2>
      <a:accent1>
        <a:srgbClr val="B7B5A1"/>
      </a:accent1>
      <a:accent2>
        <a:srgbClr val="FFFFFF"/>
      </a:accent2>
      <a:accent3>
        <a:srgbClr val="FFFFFF"/>
      </a:accent3>
      <a:accent4>
        <a:srgbClr val="FFFFFF"/>
      </a:accent4>
      <a:accent5>
        <a:srgbClr val="FFFFFF"/>
      </a:accent5>
      <a:accent6>
        <a:srgbClr val="FFFFFF"/>
      </a:accent6>
      <a:hlink>
        <a:srgbClr val="312C3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