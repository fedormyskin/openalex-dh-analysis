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Zen Dots"/>
      <p:regular r:id="rId30"/>
    </p:embeddedFont>
    <p:embeddedFont>
      <p:font typeface="Abril Fatface"/>
      <p:regular r:id="rId31"/>
    </p:embeddedFont>
    <p:embeddedFont>
      <p:font typeface="Bebas Neue"/>
      <p:regular r:id="rId32"/>
    </p:embeddedFont>
    <p:embeddedFont>
      <p:font typeface="PT Sans"/>
      <p:regular r:id="rId33"/>
      <p:bold r:id="rId34"/>
      <p:italic r:id="rId35"/>
      <p:boldItalic r:id="rId36"/>
    </p:embeddedFont>
    <p:embeddedFont>
      <p:font typeface="Barlow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290F1E-2210-489E-A4AA-A664B1D45DA4}">
  <a:tblStyle styleId="{5A290F1E-2210-489E-A4AA-A664B1D45D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Barlow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31" Type="http://schemas.openxmlformats.org/officeDocument/2006/relationships/font" Target="fonts/AbrilFatface-regular.fntdata"/><Relationship Id="rId30" Type="http://schemas.openxmlformats.org/officeDocument/2006/relationships/font" Target="fonts/ZenDots-regular.fntdata"/><Relationship Id="rId33" Type="http://schemas.openxmlformats.org/officeDocument/2006/relationships/font" Target="fonts/PTSans-regular.fntdata"/><Relationship Id="rId32" Type="http://schemas.openxmlformats.org/officeDocument/2006/relationships/font" Target="fonts/BebasNeue-regular.fntdata"/><Relationship Id="rId35" Type="http://schemas.openxmlformats.org/officeDocument/2006/relationships/font" Target="fonts/PTSans-italic.fntdata"/><Relationship Id="rId34" Type="http://schemas.openxmlformats.org/officeDocument/2006/relationships/font" Target="fonts/PTSans-bold.fntdata"/><Relationship Id="rId37" Type="http://schemas.openxmlformats.org/officeDocument/2006/relationships/font" Target="fonts/Barlow-regular.fntdata"/><Relationship Id="rId36" Type="http://schemas.openxmlformats.org/officeDocument/2006/relationships/font" Target="fonts/PTSans-boldItalic.fntdata"/><Relationship Id="rId39" Type="http://schemas.openxmlformats.org/officeDocument/2006/relationships/font" Target="fonts/Barlow-italic.fntdata"/><Relationship Id="rId38" Type="http://schemas.openxmlformats.org/officeDocument/2006/relationships/font" Target="fonts/Barlow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1a624180a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1a624180a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Relationship Id="rId6" Type="http://schemas.openxmlformats.org/officeDocument/2006/relationships/image" Target="../media/image11.png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291625" y="1041284"/>
            <a:ext cx="2053200" cy="2053200"/>
          </a:xfrm>
          <a:prstGeom prst="ellipse">
            <a:avLst/>
          </a:prstGeom>
          <a:solidFill>
            <a:srgbClr val="EFEDDE">
              <a:alpha val="61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73825" y="3600675"/>
            <a:ext cx="1757750" cy="841338"/>
            <a:chOff x="-73825" y="3600675"/>
            <a:chExt cx="1757750" cy="841338"/>
          </a:xfrm>
        </p:grpSpPr>
        <p:grpSp>
          <p:nvGrpSpPr>
            <p:cNvPr id="14" name="Google Shape;14;p2"/>
            <p:cNvGrpSpPr/>
            <p:nvPr/>
          </p:nvGrpSpPr>
          <p:grpSpPr>
            <a:xfrm>
              <a:off x="866125" y="3600675"/>
              <a:ext cx="817800" cy="841338"/>
              <a:chOff x="866125" y="3600675"/>
              <a:chExt cx="817800" cy="841338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8661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0227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1793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3359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4925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6491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661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0227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793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3359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14925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6491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661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0227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793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13359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14925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6491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8661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0227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1793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3359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4925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6491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8661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0227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793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3359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4925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6491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" name="Google Shape;45;p2"/>
            <p:cNvGrpSpPr/>
            <p:nvPr/>
          </p:nvGrpSpPr>
          <p:grpSpPr>
            <a:xfrm>
              <a:off x="-73825" y="3600675"/>
              <a:ext cx="817800" cy="841338"/>
              <a:chOff x="866125" y="3600675"/>
              <a:chExt cx="817800" cy="841338"/>
            </a:xfrm>
          </p:grpSpPr>
          <p:sp>
            <p:nvSpPr>
              <p:cNvPr id="46" name="Google Shape;46;p2"/>
              <p:cNvSpPr/>
              <p:nvPr/>
            </p:nvSpPr>
            <p:spPr>
              <a:xfrm>
                <a:off x="8661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0227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1793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3359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4925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16491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661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0227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1793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3359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4925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6491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8661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0227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1793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13359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14925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16491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8661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10227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11793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3359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14925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6491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8661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0227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11793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3359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4925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6491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6" name="Google Shape;76;p2"/>
          <p:cNvSpPr txBox="1"/>
          <p:nvPr>
            <p:ph type="ctrTitle"/>
          </p:nvPr>
        </p:nvSpPr>
        <p:spPr>
          <a:xfrm>
            <a:off x="734975" y="1710838"/>
            <a:ext cx="4337400" cy="14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77" name="Google Shape;77;p2"/>
          <p:cNvSpPr txBox="1"/>
          <p:nvPr>
            <p:ph idx="1" type="subTitle"/>
          </p:nvPr>
        </p:nvSpPr>
        <p:spPr>
          <a:xfrm>
            <a:off x="734975" y="3012763"/>
            <a:ext cx="4337400" cy="420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2"/>
          <p:cNvSpPr/>
          <p:nvPr>
            <p:ph idx="2" type="pic"/>
          </p:nvPr>
        </p:nvSpPr>
        <p:spPr>
          <a:xfrm>
            <a:off x="5291475" y="679950"/>
            <a:ext cx="2969400" cy="37998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2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3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/>
          <p:nvPr>
            <p:ph type="title"/>
          </p:nvPr>
        </p:nvSpPr>
        <p:spPr>
          <a:xfrm>
            <a:off x="5048375" y="2091550"/>
            <a:ext cx="2734200" cy="109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b="0"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3" name="Google Shape;83;p3"/>
          <p:cNvSpPr txBox="1"/>
          <p:nvPr>
            <p:ph hasCustomPrompt="1" idx="2" type="title"/>
          </p:nvPr>
        </p:nvSpPr>
        <p:spPr>
          <a:xfrm>
            <a:off x="5048363" y="977363"/>
            <a:ext cx="1729200" cy="1275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i="1" sz="9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4" name="Google Shape;84;p3"/>
          <p:cNvSpPr txBox="1"/>
          <p:nvPr>
            <p:ph idx="1" type="subTitle"/>
          </p:nvPr>
        </p:nvSpPr>
        <p:spPr>
          <a:xfrm>
            <a:off x="5048375" y="3184450"/>
            <a:ext cx="2734200" cy="673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3"/>
          <p:cNvSpPr/>
          <p:nvPr>
            <p:ph idx="3" type="pic"/>
          </p:nvPr>
        </p:nvSpPr>
        <p:spPr>
          <a:xfrm>
            <a:off x="1065075" y="535100"/>
            <a:ext cx="3507000" cy="4073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8" name="Google Shape;88;p3"/>
          <p:cNvGrpSpPr/>
          <p:nvPr/>
        </p:nvGrpSpPr>
        <p:grpSpPr>
          <a:xfrm>
            <a:off x="-69575" y="3315325"/>
            <a:ext cx="817800" cy="841338"/>
            <a:chOff x="866125" y="3600675"/>
            <a:chExt cx="817800" cy="841338"/>
          </a:xfrm>
        </p:grpSpPr>
        <p:sp>
          <p:nvSpPr>
            <p:cNvPr id="89" name="Google Shape;89;p3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3"/>
          <p:cNvGrpSpPr/>
          <p:nvPr/>
        </p:nvGrpSpPr>
        <p:grpSpPr>
          <a:xfrm>
            <a:off x="856125" y="3315325"/>
            <a:ext cx="817800" cy="841338"/>
            <a:chOff x="866125" y="3600675"/>
            <a:chExt cx="817800" cy="841338"/>
          </a:xfrm>
        </p:grpSpPr>
        <p:sp>
          <p:nvSpPr>
            <p:cNvPr id="120" name="Google Shape;120;p3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3"/>
          <p:cNvGrpSpPr/>
          <p:nvPr/>
        </p:nvGrpSpPr>
        <p:grpSpPr>
          <a:xfrm>
            <a:off x="-69575" y="2343100"/>
            <a:ext cx="817800" cy="841338"/>
            <a:chOff x="866125" y="3600675"/>
            <a:chExt cx="817800" cy="841338"/>
          </a:xfrm>
        </p:grpSpPr>
        <p:sp>
          <p:nvSpPr>
            <p:cNvPr id="151" name="Google Shape;151;p3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" name="Google Shape;181;p3"/>
          <p:cNvGrpSpPr/>
          <p:nvPr/>
        </p:nvGrpSpPr>
        <p:grpSpPr>
          <a:xfrm>
            <a:off x="856125" y="2343100"/>
            <a:ext cx="817800" cy="841338"/>
            <a:chOff x="866125" y="3600675"/>
            <a:chExt cx="817800" cy="841338"/>
          </a:xfrm>
        </p:grpSpPr>
        <p:sp>
          <p:nvSpPr>
            <p:cNvPr id="182" name="Google Shape;182;p3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4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"/>
          <p:cNvSpPr txBox="1"/>
          <p:nvPr>
            <p:ph type="title"/>
          </p:nvPr>
        </p:nvSpPr>
        <p:spPr>
          <a:xfrm>
            <a:off x="749725" y="457200"/>
            <a:ext cx="76446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b="0"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5" name="Google Shape;215;p4"/>
          <p:cNvSpPr txBox="1"/>
          <p:nvPr>
            <p:ph idx="1" type="body"/>
          </p:nvPr>
        </p:nvSpPr>
        <p:spPr>
          <a:xfrm>
            <a:off x="980425" y="1000500"/>
            <a:ext cx="7183200" cy="3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4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8" name="Google Shape;218;p4"/>
          <p:cNvGrpSpPr/>
          <p:nvPr/>
        </p:nvGrpSpPr>
        <p:grpSpPr>
          <a:xfrm>
            <a:off x="866125" y="4210275"/>
            <a:ext cx="817800" cy="841338"/>
            <a:chOff x="866125" y="3600675"/>
            <a:chExt cx="817800" cy="841338"/>
          </a:xfrm>
        </p:grpSpPr>
        <p:sp>
          <p:nvSpPr>
            <p:cNvPr id="219" name="Google Shape;219;p4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4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4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4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4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4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4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4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4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4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4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4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4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" name="Google Shape;249;p4"/>
          <p:cNvGrpSpPr/>
          <p:nvPr/>
        </p:nvGrpSpPr>
        <p:grpSpPr>
          <a:xfrm>
            <a:off x="8535800" y="580000"/>
            <a:ext cx="817800" cy="841338"/>
            <a:chOff x="866125" y="3600675"/>
            <a:chExt cx="817800" cy="841338"/>
          </a:xfrm>
        </p:grpSpPr>
        <p:sp>
          <p:nvSpPr>
            <p:cNvPr id="250" name="Google Shape;250;p4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4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4"/>
          <p:cNvSpPr/>
          <p:nvPr/>
        </p:nvSpPr>
        <p:spPr>
          <a:xfrm>
            <a:off x="6280050" y="4258925"/>
            <a:ext cx="1371000" cy="137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5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5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5"/>
          <p:cNvSpPr/>
          <p:nvPr/>
        </p:nvSpPr>
        <p:spPr>
          <a:xfrm rot="5400000">
            <a:off x="8063800" y="774950"/>
            <a:ext cx="1385100" cy="1318200"/>
          </a:xfrm>
          <a:prstGeom prst="rect">
            <a:avLst/>
          </a:prstGeom>
          <a:solidFill>
            <a:srgbClr val="EFEDDE">
              <a:alpha val="81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5"/>
          <p:cNvSpPr/>
          <p:nvPr/>
        </p:nvSpPr>
        <p:spPr>
          <a:xfrm>
            <a:off x="-525000" y="1776885"/>
            <a:ext cx="1455900" cy="1455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6" name="Google Shape;286;p5"/>
          <p:cNvGrpSpPr/>
          <p:nvPr/>
        </p:nvGrpSpPr>
        <p:grpSpPr>
          <a:xfrm>
            <a:off x="7387725" y="4210275"/>
            <a:ext cx="817800" cy="841338"/>
            <a:chOff x="866125" y="3600675"/>
            <a:chExt cx="817800" cy="841338"/>
          </a:xfrm>
        </p:grpSpPr>
        <p:sp>
          <p:nvSpPr>
            <p:cNvPr id="287" name="Google Shape;287;p5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5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7" name="Google Shape;317;p5"/>
          <p:cNvGrpSpPr/>
          <p:nvPr/>
        </p:nvGrpSpPr>
        <p:grpSpPr>
          <a:xfrm>
            <a:off x="6427250" y="4210275"/>
            <a:ext cx="817800" cy="841338"/>
            <a:chOff x="866125" y="3600675"/>
            <a:chExt cx="817800" cy="841338"/>
          </a:xfrm>
        </p:grpSpPr>
        <p:sp>
          <p:nvSpPr>
            <p:cNvPr id="318" name="Google Shape;318;p5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5"/>
          <p:cNvGrpSpPr/>
          <p:nvPr/>
        </p:nvGrpSpPr>
        <p:grpSpPr>
          <a:xfrm>
            <a:off x="1603925" y="-306250"/>
            <a:ext cx="817800" cy="841338"/>
            <a:chOff x="866125" y="3600675"/>
            <a:chExt cx="817800" cy="841338"/>
          </a:xfrm>
        </p:grpSpPr>
        <p:sp>
          <p:nvSpPr>
            <p:cNvPr id="349" name="Google Shape;349;p5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5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5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5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5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5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5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5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5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5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9" name="Google Shape;379;p5"/>
          <p:cNvSpPr txBox="1"/>
          <p:nvPr>
            <p:ph type="title"/>
          </p:nvPr>
        </p:nvSpPr>
        <p:spPr>
          <a:xfrm>
            <a:off x="1812600" y="2126600"/>
            <a:ext cx="25581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0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0" name="Google Shape;380;p5"/>
          <p:cNvSpPr txBox="1"/>
          <p:nvPr>
            <p:ph idx="2" type="title"/>
          </p:nvPr>
        </p:nvSpPr>
        <p:spPr>
          <a:xfrm>
            <a:off x="4772100" y="2126600"/>
            <a:ext cx="25581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0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1" name="Google Shape;381;p5"/>
          <p:cNvSpPr txBox="1"/>
          <p:nvPr>
            <p:ph idx="1" type="subTitle"/>
          </p:nvPr>
        </p:nvSpPr>
        <p:spPr>
          <a:xfrm>
            <a:off x="4772100" y="2536452"/>
            <a:ext cx="25581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2" name="Google Shape;382;p5"/>
          <p:cNvSpPr txBox="1"/>
          <p:nvPr>
            <p:ph idx="3" type="subTitle"/>
          </p:nvPr>
        </p:nvSpPr>
        <p:spPr>
          <a:xfrm>
            <a:off x="1812600" y="2536452"/>
            <a:ext cx="25581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3" name="Google Shape;383;p5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4" name="Google Shape;384;p5"/>
          <p:cNvSpPr txBox="1"/>
          <p:nvPr>
            <p:ph idx="4" type="title"/>
          </p:nvPr>
        </p:nvSpPr>
        <p:spPr>
          <a:xfrm>
            <a:off x="733950" y="457200"/>
            <a:ext cx="76749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b="0"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6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 flipH="1">
            <a:off x="6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6"/>
          <p:cNvSpPr txBox="1"/>
          <p:nvPr>
            <p:ph type="title"/>
          </p:nvPr>
        </p:nvSpPr>
        <p:spPr>
          <a:xfrm>
            <a:off x="856050" y="457200"/>
            <a:ext cx="74310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8" name="Google Shape;388;p6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6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7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7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7"/>
          <p:cNvSpPr txBox="1"/>
          <p:nvPr>
            <p:ph type="title"/>
          </p:nvPr>
        </p:nvSpPr>
        <p:spPr>
          <a:xfrm>
            <a:off x="4635588" y="3038988"/>
            <a:ext cx="3697800" cy="57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b="0"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4" name="Google Shape;394;p7"/>
          <p:cNvSpPr/>
          <p:nvPr>
            <p:ph idx="2" type="pic"/>
          </p:nvPr>
        </p:nvSpPr>
        <p:spPr>
          <a:xfrm flipH="1">
            <a:off x="810613" y="1827350"/>
            <a:ext cx="3685800" cy="26499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7"/>
          <p:cNvSpPr txBox="1"/>
          <p:nvPr>
            <p:ph idx="1" type="subTitle"/>
          </p:nvPr>
        </p:nvSpPr>
        <p:spPr>
          <a:xfrm>
            <a:off x="4635588" y="3459975"/>
            <a:ext cx="3697800" cy="7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6" name="Google Shape;396;p7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7" name="Google Shape;397;p7"/>
          <p:cNvSpPr/>
          <p:nvPr>
            <p:ph idx="3" type="pic"/>
          </p:nvPr>
        </p:nvSpPr>
        <p:spPr>
          <a:xfrm flipH="1">
            <a:off x="2756425" y="636775"/>
            <a:ext cx="1740000" cy="11175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7"/>
          <p:cNvSpPr/>
          <p:nvPr>
            <p:ph idx="4" type="pic"/>
          </p:nvPr>
        </p:nvSpPr>
        <p:spPr>
          <a:xfrm flipH="1">
            <a:off x="810700" y="654450"/>
            <a:ext cx="1887300" cy="1099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7"/>
          <p:cNvSpPr/>
          <p:nvPr>
            <p:ph idx="5" type="pic"/>
          </p:nvPr>
        </p:nvSpPr>
        <p:spPr>
          <a:xfrm flipH="1">
            <a:off x="4554838" y="636775"/>
            <a:ext cx="3755400" cy="20472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00" name="Google Shape;400;p7"/>
          <p:cNvGrpSpPr/>
          <p:nvPr/>
        </p:nvGrpSpPr>
        <p:grpSpPr>
          <a:xfrm>
            <a:off x="4159513" y="4643200"/>
            <a:ext cx="817800" cy="841338"/>
            <a:chOff x="866125" y="3600675"/>
            <a:chExt cx="817800" cy="841338"/>
          </a:xfrm>
        </p:grpSpPr>
        <p:sp>
          <p:nvSpPr>
            <p:cNvPr id="401" name="Google Shape;401;p7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7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7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7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7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7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7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7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7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7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7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7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7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7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7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7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7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7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7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7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7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7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7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7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7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7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7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7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7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7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1" name="Google Shape;431;p7"/>
          <p:cNvGrpSpPr/>
          <p:nvPr/>
        </p:nvGrpSpPr>
        <p:grpSpPr>
          <a:xfrm>
            <a:off x="8538438" y="3287825"/>
            <a:ext cx="817800" cy="841338"/>
            <a:chOff x="866125" y="3600675"/>
            <a:chExt cx="817800" cy="841338"/>
          </a:xfrm>
        </p:grpSpPr>
        <p:sp>
          <p:nvSpPr>
            <p:cNvPr id="432" name="Google Shape;432;p7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7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7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7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7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7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7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7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7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7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7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7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7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7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7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7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7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7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7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7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7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7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7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7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7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7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7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7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7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7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8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8"/>
          <p:cNvSpPr txBox="1"/>
          <p:nvPr>
            <p:ph type="title"/>
          </p:nvPr>
        </p:nvSpPr>
        <p:spPr>
          <a:xfrm>
            <a:off x="734975" y="1168650"/>
            <a:ext cx="7674000" cy="28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5" name="Google Shape;465;p8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8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9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9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9"/>
          <p:cNvSpPr/>
          <p:nvPr/>
        </p:nvSpPr>
        <p:spPr>
          <a:xfrm>
            <a:off x="8499350" y="2119673"/>
            <a:ext cx="1555800" cy="1555800"/>
          </a:xfrm>
          <a:prstGeom prst="ellipse">
            <a:avLst/>
          </a:prstGeom>
          <a:solidFill>
            <a:srgbClr val="EFEDDE">
              <a:alpha val="81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1" name="Google Shape;471;p9"/>
          <p:cNvGrpSpPr/>
          <p:nvPr/>
        </p:nvGrpSpPr>
        <p:grpSpPr>
          <a:xfrm>
            <a:off x="1826700" y="4236125"/>
            <a:ext cx="817800" cy="841338"/>
            <a:chOff x="866125" y="3600675"/>
            <a:chExt cx="817800" cy="841338"/>
          </a:xfrm>
        </p:grpSpPr>
        <p:sp>
          <p:nvSpPr>
            <p:cNvPr id="472" name="Google Shape;472;p9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9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9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9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9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9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9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9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2" name="Google Shape;502;p9"/>
          <p:cNvGrpSpPr/>
          <p:nvPr/>
        </p:nvGrpSpPr>
        <p:grpSpPr>
          <a:xfrm>
            <a:off x="895525" y="4236125"/>
            <a:ext cx="817800" cy="841338"/>
            <a:chOff x="866125" y="3600675"/>
            <a:chExt cx="817800" cy="841338"/>
          </a:xfrm>
        </p:grpSpPr>
        <p:sp>
          <p:nvSpPr>
            <p:cNvPr id="503" name="Google Shape;503;p9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9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9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9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9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9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9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9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9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9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9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9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9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9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9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9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9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9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9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9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9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9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9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9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9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9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9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9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9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9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3" name="Google Shape;533;p9"/>
          <p:cNvSpPr txBox="1"/>
          <p:nvPr>
            <p:ph idx="1" type="subTitle"/>
          </p:nvPr>
        </p:nvSpPr>
        <p:spPr>
          <a:xfrm>
            <a:off x="4572000" y="1632925"/>
            <a:ext cx="3837000" cy="25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B4E5"/>
              </a:buClr>
              <a:buSzPts val="1500"/>
              <a:buAutoNum type="arabicPeriod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9pPr>
          </a:lstStyle>
          <a:p/>
        </p:txBody>
      </p:sp>
      <p:sp>
        <p:nvSpPr>
          <p:cNvPr id="534" name="Google Shape;534;p9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5" name="Google Shape;535;p9"/>
          <p:cNvSpPr txBox="1"/>
          <p:nvPr>
            <p:ph type="title"/>
          </p:nvPr>
        </p:nvSpPr>
        <p:spPr>
          <a:xfrm>
            <a:off x="4571850" y="457200"/>
            <a:ext cx="38370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6" name="Google Shape;536;p9"/>
          <p:cNvSpPr/>
          <p:nvPr>
            <p:ph idx="2" type="pic"/>
          </p:nvPr>
        </p:nvSpPr>
        <p:spPr>
          <a:xfrm>
            <a:off x="1162400" y="597600"/>
            <a:ext cx="2872200" cy="3948300"/>
          </a:xfrm>
          <a:prstGeom prst="rect">
            <a:avLst/>
          </a:prstGeom>
          <a:noFill/>
          <a:ln>
            <a:noFill/>
          </a:ln>
        </p:spPr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0"/>
          <p:cNvSpPr txBox="1"/>
          <p:nvPr>
            <p:ph type="title"/>
          </p:nvPr>
        </p:nvSpPr>
        <p:spPr>
          <a:xfrm>
            <a:off x="734975" y="4129000"/>
            <a:ext cx="76740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539" name="Google Shape;539;p10"/>
          <p:cNvCxnSpPr/>
          <p:nvPr/>
        </p:nvCxnSpPr>
        <p:spPr>
          <a:xfrm>
            <a:off x="0" y="527625"/>
            <a:ext cx="9165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0" name="Google Shape;540;p10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0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11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1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1"/>
          <p:cNvSpPr/>
          <p:nvPr/>
        </p:nvSpPr>
        <p:spPr>
          <a:xfrm>
            <a:off x="3795738" y="-613502"/>
            <a:ext cx="1555800" cy="1555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1"/>
          <p:cNvSpPr/>
          <p:nvPr/>
        </p:nvSpPr>
        <p:spPr>
          <a:xfrm>
            <a:off x="3790500" y="4156598"/>
            <a:ext cx="1555800" cy="1555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7" name="Google Shape;547;p11"/>
          <p:cNvGrpSpPr/>
          <p:nvPr/>
        </p:nvGrpSpPr>
        <p:grpSpPr>
          <a:xfrm flipH="1" rot="10800000">
            <a:off x="-63475" y="580000"/>
            <a:ext cx="817800" cy="841338"/>
            <a:chOff x="866125" y="3600675"/>
            <a:chExt cx="817800" cy="841338"/>
          </a:xfrm>
        </p:grpSpPr>
        <p:sp>
          <p:nvSpPr>
            <p:cNvPr id="548" name="Google Shape;548;p11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1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1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1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1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1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1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8" name="Google Shape;578;p11"/>
          <p:cNvGrpSpPr/>
          <p:nvPr/>
        </p:nvGrpSpPr>
        <p:grpSpPr>
          <a:xfrm flipH="1" rot="10800000">
            <a:off x="-63475" y="1560025"/>
            <a:ext cx="817800" cy="841338"/>
            <a:chOff x="866125" y="3600675"/>
            <a:chExt cx="817800" cy="841338"/>
          </a:xfrm>
        </p:grpSpPr>
        <p:sp>
          <p:nvSpPr>
            <p:cNvPr id="579" name="Google Shape;579;p11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1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9" name="Google Shape;609;p11"/>
          <p:cNvGrpSpPr/>
          <p:nvPr/>
        </p:nvGrpSpPr>
        <p:grpSpPr>
          <a:xfrm flipH="1" rot="10800000">
            <a:off x="8520625" y="3471475"/>
            <a:ext cx="817800" cy="841338"/>
            <a:chOff x="866125" y="3600675"/>
            <a:chExt cx="817800" cy="841338"/>
          </a:xfrm>
        </p:grpSpPr>
        <p:sp>
          <p:nvSpPr>
            <p:cNvPr id="610" name="Google Shape;610;p11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1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1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1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1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1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1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1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1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1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1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1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1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1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1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1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1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1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1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0" name="Google Shape;640;p11"/>
          <p:cNvSpPr txBox="1"/>
          <p:nvPr>
            <p:ph hasCustomPrompt="1" type="title"/>
          </p:nvPr>
        </p:nvSpPr>
        <p:spPr>
          <a:xfrm>
            <a:off x="734975" y="1474650"/>
            <a:ext cx="7674000" cy="154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i="1" sz="10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41" name="Google Shape;641;p11"/>
          <p:cNvSpPr txBox="1"/>
          <p:nvPr>
            <p:ph idx="1" type="subTitle"/>
          </p:nvPr>
        </p:nvSpPr>
        <p:spPr>
          <a:xfrm>
            <a:off x="734975" y="3016050"/>
            <a:ext cx="7674000" cy="652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42" name="Google Shape;642;p11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13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13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8" name="Google Shape;648;p13"/>
          <p:cNvGrpSpPr/>
          <p:nvPr/>
        </p:nvGrpSpPr>
        <p:grpSpPr>
          <a:xfrm>
            <a:off x="4159513" y="4643200"/>
            <a:ext cx="817800" cy="841338"/>
            <a:chOff x="866125" y="3600675"/>
            <a:chExt cx="817800" cy="841338"/>
          </a:xfrm>
        </p:grpSpPr>
        <p:sp>
          <p:nvSpPr>
            <p:cNvPr id="649" name="Google Shape;649;p13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3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3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3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3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3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3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3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3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3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3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3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3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3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3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3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3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3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3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3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3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3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3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3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3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3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3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3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3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3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9" name="Google Shape;679;p13"/>
          <p:cNvSpPr/>
          <p:nvPr/>
        </p:nvSpPr>
        <p:spPr>
          <a:xfrm>
            <a:off x="-414775" y="631856"/>
            <a:ext cx="1225500" cy="122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3"/>
          <p:cNvSpPr/>
          <p:nvPr/>
        </p:nvSpPr>
        <p:spPr>
          <a:xfrm>
            <a:off x="8176000" y="1990923"/>
            <a:ext cx="1555800" cy="1555800"/>
          </a:xfrm>
          <a:prstGeom prst="ellipse">
            <a:avLst/>
          </a:prstGeom>
          <a:solidFill>
            <a:srgbClr val="EFEDDE">
              <a:alpha val="81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3"/>
          <p:cNvSpPr txBox="1"/>
          <p:nvPr>
            <p:ph idx="1" type="subTitle"/>
          </p:nvPr>
        </p:nvSpPr>
        <p:spPr>
          <a:xfrm>
            <a:off x="2061175" y="1161125"/>
            <a:ext cx="2129700" cy="82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2" name="Google Shape;682;p13"/>
          <p:cNvSpPr txBox="1"/>
          <p:nvPr>
            <p:ph idx="2" type="subTitle"/>
          </p:nvPr>
        </p:nvSpPr>
        <p:spPr>
          <a:xfrm>
            <a:off x="2061150" y="1857350"/>
            <a:ext cx="2129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3" name="Google Shape;683;p13"/>
          <p:cNvSpPr txBox="1"/>
          <p:nvPr>
            <p:ph hasCustomPrompt="1" type="title"/>
          </p:nvPr>
        </p:nvSpPr>
        <p:spPr>
          <a:xfrm>
            <a:off x="842800" y="1339613"/>
            <a:ext cx="1144500" cy="899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i="1" sz="5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t>xx%</a:t>
            </a:r>
          </a:p>
        </p:txBody>
      </p:sp>
      <p:sp>
        <p:nvSpPr>
          <p:cNvPr id="684" name="Google Shape;684;p13"/>
          <p:cNvSpPr txBox="1"/>
          <p:nvPr>
            <p:ph idx="3" type="subTitle"/>
          </p:nvPr>
        </p:nvSpPr>
        <p:spPr>
          <a:xfrm>
            <a:off x="2061175" y="3043526"/>
            <a:ext cx="2129700" cy="82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5" name="Google Shape;685;p13"/>
          <p:cNvSpPr txBox="1"/>
          <p:nvPr>
            <p:ph idx="4" type="subTitle"/>
          </p:nvPr>
        </p:nvSpPr>
        <p:spPr>
          <a:xfrm>
            <a:off x="2061150" y="3750825"/>
            <a:ext cx="2129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6" name="Google Shape;686;p13"/>
          <p:cNvSpPr txBox="1"/>
          <p:nvPr>
            <p:ph hasCustomPrompt="1" idx="5" type="title"/>
          </p:nvPr>
        </p:nvSpPr>
        <p:spPr>
          <a:xfrm>
            <a:off x="842800" y="3215575"/>
            <a:ext cx="1144500" cy="899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i="1" sz="5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t>xx%</a:t>
            </a:r>
          </a:p>
        </p:txBody>
      </p:sp>
      <p:sp>
        <p:nvSpPr>
          <p:cNvPr id="687" name="Google Shape;687;p13"/>
          <p:cNvSpPr txBox="1"/>
          <p:nvPr>
            <p:ph idx="6" type="subTitle"/>
          </p:nvPr>
        </p:nvSpPr>
        <p:spPr>
          <a:xfrm>
            <a:off x="5875101" y="1161125"/>
            <a:ext cx="2129700" cy="82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8" name="Google Shape;688;p13"/>
          <p:cNvSpPr txBox="1"/>
          <p:nvPr>
            <p:ph idx="7" type="subTitle"/>
          </p:nvPr>
        </p:nvSpPr>
        <p:spPr>
          <a:xfrm>
            <a:off x="5875100" y="1857350"/>
            <a:ext cx="2129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9" name="Google Shape;689;p13"/>
          <p:cNvSpPr txBox="1"/>
          <p:nvPr>
            <p:ph hasCustomPrompt="1" idx="8" type="title"/>
          </p:nvPr>
        </p:nvSpPr>
        <p:spPr>
          <a:xfrm>
            <a:off x="4656850" y="1339613"/>
            <a:ext cx="1144500" cy="899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i="1" sz="5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t>xx%</a:t>
            </a:r>
          </a:p>
        </p:txBody>
      </p:sp>
      <p:sp>
        <p:nvSpPr>
          <p:cNvPr id="690" name="Google Shape;690;p13"/>
          <p:cNvSpPr txBox="1"/>
          <p:nvPr>
            <p:ph idx="9" type="subTitle"/>
          </p:nvPr>
        </p:nvSpPr>
        <p:spPr>
          <a:xfrm>
            <a:off x="5875101" y="3043525"/>
            <a:ext cx="2129700" cy="82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1" name="Google Shape;691;p13"/>
          <p:cNvSpPr txBox="1"/>
          <p:nvPr>
            <p:ph idx="13" type="subTitle"/>
          </p:nvPr>
        </p:nvSpPr>
        <p:spPr>
          <a:xfrm>
            <a:off x="5875100" y="3750825"/>
            <a:ext cx="2129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2" name="Google Shape;692;p13"/>
          <p:cNvSpPr txBox="1"/>
          <p:nvPr>
            <p:ph hasCustomPrompt="1" idx="14" type="title"/>
          </p:nvPr>
        </p:nvSpPr>
        <p:spPr>
          <a:xfrm>
            <a:off x="4656850" y="3215575"/>
            <a:ext cx="1144500" cy="899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i="1" sz="5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ebas Neue"/>
              <a:buNone/>
              <a:defRPr b="1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t>xx%</a:t>
            </a:r>
          </a:p>
        </p:txBody>
      </p:sp>
      <p:sp>
        <p:nvSpPr>
          <p:cNvPr id="693" name="Google Shape;693;p13"/>
          <p:cNvSpPr txBox="1"/>
          <p:nvPr>
            <p:ph idx="15" type="title"/>
          </p:nvPr>
        </p:nvSpPr>
        <p:spPr>
          <a:xfrm>
            <a:off x="733950" y="457200"/>
            <a:ext cx="76749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b="0"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94" name="Google Shape;694;p13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_1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" name="Google Shape;696;p14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14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4"/>
          <p:cNvSpPr txBox="1"/>
          <p:nvPr>
            <p:ph type="title"/>
          </p:nvPr>
        </p:nvSpPr>
        <p:spPr>
          <a:xfrm>
            <a:off x="856050" y="457200"/>
            <a:ext cx="74310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b="0"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99" name="Google Shape;699;p14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00" name="Google Shape;700;p14"/>
          <p:cNvGrpSpPr/>
          <p:nvPr/>
        </p:nvGrpSpPr>
        <p:grpSpPr>
          <a:xfrm>
            <a:off x="866125" y="4643975"/>
            <a:ext cx="817800" cy="841338"/>
            <a:chOff x="866125" y="3600675"/>
            <a:chExt cx="817800" cy="841338"/>
          </a:xfrm>
        </p:grpSpPr>
        <p:sp>
          <p:nvSpPr>
            <p:cNvPr id="701" name="Google Shape;701;p14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4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4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4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4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4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4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4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4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4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4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4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4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4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4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4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4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4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4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4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4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4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4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4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4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4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4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4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4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4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1" name="Google Shape;731;p14"/>
          <p:cNvGrpSpPr/>
          <p:nvPr/>
        </p:nvGrpSpPr>
        <p:grpSpPr>
          <a:xfrm>
            <a:off x="8535800" y="580000"/>
            <a:ext cx="817800" cy="841338"/>
            <a:chOff x="866125" y="3600675"/>
            <a:chExt cx="817800" cy="841338"/>
          </a:xfrm>
        </p:grpSpPr>
        <p:sp>
          <p:nvSpPr>
            <p:cNvPr id="732" name="Google Shape;732;p14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4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4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4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4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4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4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4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4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4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4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4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4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4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4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4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4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4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4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4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4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4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4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4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2" name="Google Shape;762;p14"/>
          <p:cNvGrpSpPr/>
          <p:nvPr/>
        </p:nvGrpSpPr>
        <p:grpSpPr>
          <a:xfrm>
            <a:off x="1801300" y="4643975"/>
            <a:ext cx="817800" cy="841338"/>
            <a:chOff x="866125" y="3600675"/>
            <a:chExt cx="817800" cy="841338"/>
          </a:xfrm>
        </p:grpSpPr>
        <p:sp>
          <p:nvSpPr>
            <p:cNvPr id="763" name="Google Shape;763;p14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"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4" name="Google Shape;794;p15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15"/>
          <p:cNvSpPr txBox="1"/>
          <p:nvPr>
            <p:ph type="title"/>
          </p:nvPr>
        </p:nvSpPr>
        <p:spPr>
          <a:xfrm>
            <a:off x="856050" y="457200"/>
            <a:ext cx="74310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6" name="Google Shape;796;p15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5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98" name="Google Shape;798;p15"/>
          <p:cNvGrpSpPr/>
          <p:nvPr/>
        </p:nvGrpSpPr>
        <p:grpSpPr>
          <a:xfrm flipH="1" rot="10800000">
            <a:off x="-237225" y="715350"/>
            <a:ext cx="817800" cy="841338"/>
            <a:chOff x="866125" y="3600675"/>
            <a:chExt cx="817800" cy="841338"/>
          </a:xfrm>
        </p:grpSpPr>
        <p:sp>
          <p:nvSpPr>
            <p:cNvPr id="799" name="Google Shape;799;p15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5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5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5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5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5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5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5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5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5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5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5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5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5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5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5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5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5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5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5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5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5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5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5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5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5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5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5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5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5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9" name="Google Shape;829;p15"/>
          <p:cNvGrpSpPr/>
          <p:nvPr/>
        </p:nvGrpSpPr>
        <p:grpSpPr>
          <a:xfrm flipH="1" rot="10800000">
            <a:off x="7576550" y="4661825"/>
            <a:ext cx="817800" cy="841338"/>
            <a:chOff x="866125" y="3600675"/>
            <a:chExt cx="817800" cy="841338"/>
          </a:xfrm>
        </p:grpSpPr>
        <p:sp>
          <p:nvSpPr>
            <p:cNvPr id="830" name="Google Shape;830;p15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5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5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5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5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5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5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5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5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5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5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5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5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5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5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5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5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5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5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5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5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5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5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5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5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5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5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5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5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5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0" name="Google Shape;860;p15"/>
          <p:cNvSpPr/>
          <p:nvPr/>
        </p:nvSpPr>
        <p:spPr>
          <a:xfrm rot="5400000">
            <a:off x="8492975" y="988025"/>
            <a:ext cx="1173000" cy="11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Google Shape;862;p16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16"/>
          <p:cNvSpPr txBox="1"/>
          <p:nvPr>
            <p:ph type="title"/>
          </p:nvPr>
        </p:nvSpPr>
        <p:spPr>
          <a:xfrm>
            <a:off x="949825" y="1865850"/>
            <a:ext cx="3598500" cy="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b="0"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64" name="Google Shape;864;p16"/>
          <p:cNvSpPr txBox="1"/>
          <p:nvPr>
            <p:ph idx="1" type="subTitle"/>
          </p:nvPr>
        </p:nvSpPr>
        <p:spPr>
          <a:xfrm>
            <a:off x="942475" y="2439449"/>
            <a:ext cx="35985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5" name="Google Shape;865;p16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6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7" name="Google Shape;867;p16"/>
          <p:cNvSpPr/>
          <p:nvPr/>
        </p:nvSpPr>
        <p:spPr>
          <a:xfrm rot="5400000">
            <a:off x="990700" y="3791850"/>
            <a:ext cx="1385100" cy="131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6"/>
          <p:cNvSpPr/>
          <p:nvPr/>
        </p:nvSpPr>
        <p:spPr>
          <a:xfrm>
            <a:off x="3092413" y="-192840"/>
            <a:ext cx="1455900" cy="1455900"/>
          </a:xfrm>
          <a:prstGeom prst="ellipse">
            <a:avLst/>
          </a:prstGeom>
          <a:solidFill>
            <a:srgbClr val="FF0000">
              <a:alpha val="733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6"/>
          <p:cNvSpPr/>
          <p:nvPr/>
        </p:nvSpPr>
        <p:spPr>
          <a:xfrm>
            <a:off x="3092413" y="-192840"/>
            <a:ext cx="1455900" cy="1455900"/>
          </a:xfrm>
          <a:prstGeom prst="ellipse">
            <a:avLst/>
          </a:prstGeom>
          <a:solidFill>
            <a:srgbClr val="FF0000">
              <a:alpha val="627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6"/>
          <p:cNvSpPr/>
          <p:nvPr/>
        </p:nvSpPr>
        <p:spPr>
          <a:xfrm rot="5400000">
            <a:off x="990700" y="3791850"/>
            <a:ext cx="1385100" cy="131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1" name="Google Shape;871;p16"/>
          <p:cNvGrpSpPr/>
          <p:nvPr/>
        </p:nvGrpSpPr>
        <p:grpSpPr>
          <a:xfrm>
            <a:off x="8221650" y="614800"/>
            <a:ext cx="817800" cy="841338"/>
            <a:chOff x="866125" y="3600675"/>
            <a:chExt cx="817800" cy="841338"/>
          </a:xfrm>
        </p:grpSpPr>
        <p:sp>
          <p:nvSpPr>
            <p:cNvPr id="872" name="Google Shape;872;p16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6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6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6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6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6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6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6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6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6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6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6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6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6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6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6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6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6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6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6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6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6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6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6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6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6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6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6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6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6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2" name="Google Shape;902;p16"/>
          <p:cNvGrpSpPr/>
          <p:nvPr/>
        </p:nvGrpSpPr>
        <p:grpSpPr>
          <a:xfrm>
            <a:off x="7281700" y="614800"/>
            <a:ext cx="817800" cy="841338"/>
            <a:chOff x="866125" y="3600675"/>
            <a:chExt cx="817800" cy="841338"/>
          </a:xfrm>
        </p:grpSpPr>
        <p:sp>
          <p:nvSpPr>
            <p:cNvPr id="903" name="Google Shape;903;p16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6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6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6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6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6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16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16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16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16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6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6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6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6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6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6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6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6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6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6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6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6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6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6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6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6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6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6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3" name="Google Shape;933;p16"/>
          <p:cNvGrpSpPr/>
          <p:nvPr/>
        </p:nvGrpSpPr>
        <p:grpSpPr>
          <a:xfrm>
            <a:off x="8221650" y="1598100"/>
            <a:ext cx="817800" cy="841338"/>
            <a:chOff x="866125" y="3600675"/>
            <a:chExt cx="817800" cy="841338"/>
          </a:xfrm>
        </p:grpSpPr>
        <p:sp>
          <p:nvSpPr>
            <p:cNvPr id="934" name="Google Shape;934;p16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6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6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6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6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6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6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6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6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6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6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6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6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6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6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6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6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6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6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6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6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6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6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6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6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6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6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6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6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6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4" name="Google Shape;964;p16"/>
          <p:cNvGrpSpPr/>
          <p:nvPr/>
        </p:nvGrpSpPr>
        <p:grpSpPr>
          <a:xfrm>
            <a:off x="7281700" y="1598100"/>
            <a:ext cx="817800" cy="841338"/>
            <a:chOff x="866125" y="3600675"/>
            <a:chExt cx="817800" cy="841338"/>
          </a:xfrm>
        </p:grpSpPr>
        <p:sp>
          <p:nvSpPr>
            <p:cNvPr id="965" name="Google Shape;965;p16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6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6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6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6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6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6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6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6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16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6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6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6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6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6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6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16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6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6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6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6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6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6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6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6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6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6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6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6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ONE_COLUMN_TEXT_1"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6" name="Google Shape;996;p17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17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8" name="Google Shape;998;p17"/>
          <p:cNvGrpSpPr/>
          <p:nvPr/>
        </p:nvGrpSpPr>
        <p:grpSpPr>
          <a:xfrm>
            <a:off x="-82825" y="653675"/>
            <a:ext cx="817800" cy="841338"/>
            <a:chOff x="866125" y="3600675"/>
            <a:chExt cx="817800" cy="841338"/>
          </a:xfrm>
        </p:grpSpPr>
        <p:sp>
          <p:nvSpPr>
            <p:cNvPr id="999" name="Google Shape;999;p17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7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7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7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7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7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7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7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7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7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7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7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7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7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7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7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7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7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7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7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7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7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7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7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7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7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7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7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7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7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9" name="Google Shape;1029;p17"/>
          <p:cNvGrpSpPr/>
          <p:nvPr/>
        </p:nvGrpSpPr>
        <p:grpSpPr>
          <a:xfrm>
            <a:off x="8395050" y="3681300"/>
            <a:ext cx="817800" cy="841338"/>
            <a:chOff x="866125" y="3600675"/>
            <a:chExt cx="817800" cy="841338"/>
          </a:xfrm>
        </p:grpSpPr>
        <p:sp>
          <p:nvSpPr>
            <p:cNvPr id="1030" name="Google Shape;1030;p17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7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7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7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7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7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7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7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17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17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17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17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17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17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17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17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7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7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7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17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7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7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7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7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7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7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7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17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7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7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0" name="Google Shape;1060;p17"/>
          <p:cNvGrpSpPr/>
          <p:nvPr/>
        </p:nvGrpSpPr>
        <p:grpSpPr>
          <a:xfrm>
            <a:off x="7484750" y="3681300"/>
            <a:ext cx="817800" cy="841338"/>
            <a:chOff x="866125" y="3600675"/>
            <a:chExt cx="817800" cy="841338"/>
          </a:xfrm>
        </p:grpSpPr>
        <p:sp>
          <p:nvSpPr>
            <p:cNvPr id="1061" name="Google Shape;1061;p17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7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7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7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7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7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7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7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7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7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7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7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7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7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7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7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7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7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7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7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7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7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7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7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7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7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7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7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7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7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1" name="Google Shape;1091;p17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2" name="Google Shape;1092;p17"/>
          <p:cNvSpPr txBox="1"/>
          <p:nvPr>
            <p:ph idx="1" type="body"/>
          </p:nvPr>
        </p:nvSpPr>
        <p:spPr>
          <a:xfrm>
            <a:off x="740838" y="1550900"/>
            <a:ext cx="4179300" cy="20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 b="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sp>
        <p:nvSpPr>
          <p:cNvPr id="1093" name="Google Shape;1093;p17"/>
          <p:cNvSpPr txBox="1"/>
          <p:nvPr>
            <p:ph type="title"/>
          </p:nvPr>
        </p:nvSpPr>
        <p:spPr>
          <a:xfrm>
            <a:off x="740838" y="457200"/>
            <a:ext cx="41793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4" name="Google Shape;1094;p17"/>
          <p:cNvSpPr/>
          <p:nvPr>
            <p:ph idx="2" type="pic"/>
          </p:nvPr>
        </p:nvSpPr>
        <p:spPr>
          <a:xfrm>
            <a:off x="5329850" y="653675"/>
            <a:ext cx="3079200" cy="3750900"/>
          </a:xfrm>
          <a:prstGeom prst="rect">
            <a:avLst/>
          </a:prstGeom>
          <a:noFill/>
          <a:ln>
            <a:noFill/>
          </a:ln>
        </p:spPr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 1">
  <p:cSld name="CUSTOM_8_1_1_1"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18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18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8" name="Google Shape;1098;p18"/>
          <p:cNvGrpSpPr/>
          <p:nvPr/>
        </p:nvGrpSpPr>
        <p:grpSpPr>
          <a:xfrm flipH="1" rot="10800000">
            <a:off x="-63475" y="580000"/>
            <a:ext cx="817800" cy="841338"/>
            <a:chOff x="866125" y="3600675"/>
            <a:chExt cx="817800" cy="841338"/>
          </a:xfrm>
        </p:grpSpPr>
        <p:sp>
          <p:nvSpPr>
            <p:cNvPr id="1099" name="Google Shape;1099;p18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8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8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8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8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8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8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8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8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8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8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8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8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8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8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8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8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8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8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18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8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8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8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8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8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8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8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18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8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8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18"/>
          <p:cNvGrpSpPr/>
          <p:nvPr/>
        </p:nvGrpSpPr>
        <p:grpSpPr>
          <a:xfrm flipH="1" rot="10800000">
            <a:off x="7606200" y="4210275"/>
            <a:ext cx="817800" cy="841338"/>
            <a:chOff x="866125" y="3600675"/>
            <a:chExt cx="817800" cy="841338"/>
          </a:xfrm>
        </p:grpSpPr>
        <p:sp>
          <p:nvSpPr>
            <p:cNvPr id="1130" name="Google Shape;1130;p18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8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18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18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8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8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8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8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18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18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8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18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18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8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8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8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8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8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8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8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8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8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8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8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8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8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8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8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8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8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0" name="Google Shape;1160;p18"/>
          <p:cNvSpPr/>
          <p:nvPr/>
        </p:nvSpPr>
        <p:spPr>
          <a:xfrm rot="5400000">
            <a:off x="8475150" y="1430538"/>
            <a:ext cx="1298400" cy="123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18"/>
          <p:cNvSpPr/>
          <p:nvPr/>
        </p:nvSpPr>
        <p:spPr>
          <a:xfrm rot="5400000">
            <a:off x="8475150" y="1430538"/>
            <a:ext cx="1298400" cy="1235700"/>
          </a:xfrm>
          <a:prstGeom prst="rect">
            <a:avLst/>
          </a:prstGeom>
          <a:solidFill>
            <a:srgbClr val="FF0000">
              <a:alpha val="627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18"/>
          <p:cNvSpPr/>
          <p:nvPr/>
        </p:nvSpPr>
        <p:spPr>
          <a:xfrm rot="5400000">
            <a:off x="1277538" y="4184600"/>
            <a:ext cx="1385100" cy="131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18"/>
          <p:cNvSpPr/>
          <p:nvPr/>
        </p:nvSpPr>
        <p:spPr>
          <a:xfrm rot="5400000">
            <a:off x="1277538" y="4184600"/>
            <a:ext cx="1385100" cy="1318200"/>
          </a:xfrm>
          <a:prstGeom prst="rect">
            <a:avLst/>
          </a:prstGeom>
          <a:solidFill>
            <a:srgbClr val="EFEDDE">
              <a:alpha val="81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18"/>
          <p:cNvSpPr txBox="1"/>
          <p:nvPr>
            <p:ph type="title"/>
          </p:nvPr>
        </p:nvSpPr>
        <p:spPr>
          <a:xfrm>
            <a:off x="741300" y="2343475"/>
            <a:ext cx="24576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65" name="Google Shape;1165;p18"/>
          <p:cNvSpPr txBox="1"/>
          <p:nvPr>
            <p:ph idx="1" type="subTitle"/>
          </p:nvPr>
        </p:nvSpPr>
        <p:spPr>
          <a:xfrm>
            <a:off x="741300" y="2713875"/>
            <a:ext cx="24576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6" name="Google Shape;1166;p18"/>
          <p:cNvSpPr txBox="1"/>
          <p:nvPr>
            <p:ph idx="2" type="title"/>
          </p:nvPr>
        </p:nvSpPr>
        <p:spPr>
          <a:xfrm>
            <a:off x="3343199" y="2343475"/>
            <a:ext cx="24576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67" name="Google Shape;1167;p18"/>
          <p:cNvSpPr txBox="1"/>
          <p:nvPr>
            <p:ph idx="3" type="subTitle"/>
          </p:nvPr>
        </p:nvSpPr>
        <p:spPr>
          <a:xfrm>
            <a:off x="3343199" y="2713875"/>
            <a:ext cx="24576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8" name="Google Shape;1168;p18"/>
          <p:cNvSpPr txBox="1"/>
          <p:nvPr>
            <p:ph idx="4" type="title"/>
          </p:nvPr>
        </p:nvSpPr>
        <p:spPr>
          <a:xfrm>
            <a:off x="5945098" y="2343475"/>
            <a:ext cx="24576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69" name="Google Shape;1169;p18"/>
          <p:cNvSpPr txBox="1"/>
          <p:nvPr>
            <p:ph idx="5" type="subTitle"/>
          </p:nvPr>
        </p:nvSpPr>
        <p:spPr>
          <a:xfrm>
            <a:off x="5945098" y="2713875"/>
            <a:ext cx="24576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0" name="Google Shape;1170;p18"/>
          <p:cNvSpPr txBox="1"/>
          <p:nvPr>
            <p:ph idx="6" type="title"/>
          </p:nvPr>
        </p:nvSpPr>
        <p:spPr>
          <a:xfrm>
            <a:off x="720000" y="457200"/>
            <a:ext cx="77040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b="0"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71" name="Google Shape;1171;p18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_1_1"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3" name="Google Shape;1173;p19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19"/>
          <p:cNvSpPr txBox="1"/>
          <p:nvPr>
            <p:ph type="title"/>
          </p:nvPr>
        </p:nvSpPr>
        <p:spPr>
          <a:xfrm>
            <a:off x="1997155" y="1712800"/>
            <a:ext cx="2354700" cy="36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0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75" name="Google Shape;1175;p19"/>
          <p:cNvSpPr txBox="1"/>
          <p:nvPr>
            <p:ph idx="1" type="subTitle"/>
          </p:nvPr>
        </p:nvSpPr>
        <p:spPr>
          <a:xfrm>
            <a:off x="1997155" y="1935775"/>
            <a:ext cx="2354700" cy="7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6" name="Google Shape;1176;p19"/>
          <p:cNvSpPr txBox="1"/>
          <p:nvPr>
            <p:ph idx="2" type="title"/>
          </p:nvPr>
        </p:nvSpPr>
        <p:spPr>
          <a:xfrm>
            <a:off x="4786601" y="1712800"/>
            <a:ext cx="2349600" cy="36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0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77" name="Google Shape;1177;p19"/>
          <p:cNvSpPr txBox="1"/>
          <p:nvPr>
            <p:ph idx="3" type="subTitle"/>
          </p:nvPr>
        </p:nvSpPr>
        <p:spPr>
          <a:xfrm>
            <a:off x="4786601" y="1935775"/>
            <a:ext cx="2349600" cy="7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8" name="Google Shape;1178;p19"/>
          <p:cNvSpPr txBox="1"/>
          <p:nvPr>
            <p:ph idx="4" type="title"/>
          </p:nvPr>
        </p:nvSpPr>
        <p:spPr>
          <a:xfrm>
            <a:off x="1997155" y="3587600"/>
            <a:ext cx="2354700" cy="36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0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79" name="Google Shape;1179;p19"/>
          <p:cNvSpPr txBox="1"/>
          <p:nvPr>
            <p:ph idx="5" type="subTitle"/>
          </p:nvPr>
        </p:nvSpPr>
        <p:spPr>
          <a:xfrm>
            <a:off x="1997155" y="3810575"/>
            <a:ext cx="2354700" cy="7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0" name="Google Shape;1180;p19"/>
          <p:cNvSpPr txBox="1"/>
          <p:nvPr>
            <p:ph idx="6" type="title"/>
          </p:nvPr>
        </p:nvSpPr>
        <p:spPr>
          <a:xfrm>
            <a:off x="4786601" y="3587600"/>
            <a:ext cx="2349600" cy="36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0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81" name="Google Shape;1181;p19"/>
          <p:cNvSpPr txBox="1"/>
          <p:nvPr>
            <p:ph idx="7" type="subTitle"/>
          </p:nvPr>
        </p:nvSpPr>
        <p:spPr>
          <a:xfrm>
            <a:off x="4786601" y="3810575"/>
            <a:ext cx="2349600" cy="7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2" name="Google Shape;1182;p19"/>
          <p:cNvSpPr txBox="1"/>
          <p:nvPr>
            <p:ph idx="8" type="title"/>
          </p:nvPr>
        </p:nvSpPr>
        <p:spPr>
          <a:xfrm>
            <a:off x="720000" y="457200"/>
            <a:ext cx="77040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b="0"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83" name="Google Shape;1183;p19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19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5" name="Google Shape;1185;p19"/>
          <p:cNvSpPr/>
          <p:nvPr/>
        </p:nvSpPr>
        <p:spPr>
          <a:xfrm>
            <a:off x="-42925" y="2676498"/>
            <a:ext cx="1555800" cy="1555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6" name="Google Shape;1186;p19"/>
          <p:cNvGrpSpPr/>
          <p:nvPr/>
        </p:nvGrpSpPr>
        <p:grpSpPr>
          <a:xfrm>
            <a:off x="-82825" y="653675"/>
            <a:ext cx="817800" cy="841338"/>
            <a:chOff x="866125" y="3600675"/>
            <a:chExt cx="817800" cy="841338"/>
          </a:xfrm>
        </p:grpSpPr>
        <p:sp>
          <p:nvSpPr>
            <p:cNvPr id="1187" name="Google Shape;1187;p19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9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9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9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9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9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9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9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9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9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9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9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9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9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19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9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9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9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9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9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9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9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9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9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9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9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9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9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9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9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7" name="Google Shape;1217;p19"/>
          <p:cNvGrpSpPr/>
          <p:nvPr/>
        </p:nvGrpSpPr>
        <p:grpSpPr>
          <a:xfrm>
            <a:off x="8395050" y="3681300"/>
            <a:ext cx="817800" cy="841338"/>
            <a:chOff x="866125" y="3600675"/>
            <a:chExt cx="817800" cy="841338"/>
          </a:xfrm>
        </p:grpSpPr>
        <p:sp>
          <p:nvSpPr>
            <p:cNvPr id="1218" name="Google Shape;1218;p19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9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9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9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9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9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9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9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9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9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9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9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9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9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9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9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9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9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9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9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9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9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9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9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9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9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9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9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9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9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8" name="Google Shape;1248;p19"/>
          <p:cNvSpPr/>
          <p:nvPr/>
        </p:nvSpPr>
        <p:spPr>
          <a:xfrm>
            <a:off x="7631075" y="942298"/>
            <a:ext cx="1555800" cy="1555800"/>
          </a:xfrm>
          <a:prstGeom prst="ellipse">
            <a:avLst/>
          </a:prstGeom>
          <a:solidFill>
            <a:srgbClr val="EFEDDE">
              <a:alpha val="81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0" name="Google Shape;1250;p20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20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2" name="Google Shape;1252;p20"/>
          <p:cNvGrpSpPr/>
          <p:nvPr/>
        </p:nvGrpSpPr>
        <p:grpSpPr>
          <a:xfrm>
            <a:off x="4159513" y="4643200"/>
            <a:ext cx="817800" cy="841338"/>
            <a:chOff x="866125" y="3600675"/>
            <a:chExt cx="817800" cy="841338"/>
          </a:xfrm>
        </p:grpSpPr>
        <p:sp>
          <p:nvSpPr>
            <p:cNvPr id="1253" name="Google Shape;1253;p20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20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0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0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0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0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0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0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0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0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0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0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0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0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0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0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0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0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0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0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0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0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0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0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0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0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0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0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0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0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3" name="Google Shape;1283;p20"/>
          <p:cNvSpPr/>
          <p:nvPr/>
        </p:nvSpPr>
        <p:spPr>
          <a:xfrm>
            <a:off x="-414775" y="3255900"/>
            <a:ext cx="1186500" cy="1186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20"/>
          <p:cNvSpPr/>
          <p:nvPr/>
        </p:nvSpPr>
        <p:spPr>
          <a:xfrm>
            <a:off x="8408975" y="975277"/>
            <a:ext cx="1322700" cy="1322700"/>
          </a:xfrm>
          <a:prstGeom prst="ellipse">
            <a:avLst/>
          </a:prstGeom>
          <a:solidFill>
            <a:srgbClr val="EFEDDE">
              <a:alpha val="81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20"/>
          <p:cNvSpPr txBox="1"/>
          <p:nvPr>
            <p:ph type="title"/>
          </p:nvPr>
        </p:nvSpPr>
        <p:spPr>
          <a:xfrm>
            <a:off x="1949013" y="1206925"/>
            <a:ext cx="2296800" cy="4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86" name="Google Shape;1286;p20"/>
          <p:cNvSpPr txBox="1"/>
          <p:nvPr>
            <p:ph idx="1" type="subTitle"/>
          </p:nvPr>
        </p:nvSpPr>
        <p:spPr>
          <a:xfrm>
            <a:off x="1949063" y="1544325"/>
            <a:ext cx="2296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7" name="Google Shape;1287;p20"/>
          <p:cNvSpPr txBox="1"/>
          <p:nvPr>
            <p:ph idx="2" type="title"/>
          </p:nvPr>
        </p:nvSpPr>
        <p:spPr>
          <a:xfrm>
            <a:off x="1949013" y="2353351"/>
            <a:ext cx="2296800" cy="45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88" name="Google Shape;1288;p20"/>
          <p:cNvSpPr txBox="1"/>
          <p:nvPr>
            <p:ph idx="3" type="subTitle"/>
          </p:nvPr>
        </p:nvSpPr>
        <p:spPr>
          <a:xfrm>
            <a:off x="1949063" y="2692156"/>
            <a:ext cx="2296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9" name="Google Shape;1289;p20"/>
          <p:cNvSpPr txBox="1"/>
          <p:nvPr>
            <p:ph idx="4" type="title"/>
          </p:nvPr>
        </p:nvSpPr>
        <p:spPr>
          <a:xfrm>
            <a:off x="1949013" y="3502600"/>
            <a:ext cx="2296800" cy="4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90" name="Google Shape;1290;p20"/>
          <p:cNvSpPr txBox="1"/>
          <p:nvPr>
            <p:ph idx="5" type="subTitle"/>
          </p:nvPr>
        </p:nvSpPr>
        <p:spPr>
          <a:xfrm>
            <a:off x="1949063" y="3839988"/>
            <a:ext cx="2296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1" name="Google Shape;1291;p20"/>
          <p:cNvSpPr txBox="1"/>
          <p:nvPr>
            <p:ph idx="6" type="title"/>
          </p:nvPr>
        </p:nvSpPr>
        <p:spPr>
          <a:xfrm>
            <a:off x="5567063" y="1206925"/>
            <a:ext cx="2296800" cy="4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92" name="Google Shape;1292;p20"/>
          <p:cNvSpPr txBox="1"/>
          <p:nvPr>
            <p:ph idx="7" type="subTitle"/>
          </p:nvPr>
        </p:nvSpPr>
        <p:spPr>
          <a:xfrm>
            <a:off x="5567063" y="1544325"/>
            <a:ext cx="2296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3" name="Google Shape;1293;p20"/>
          <p:cNvSpPr txBox="1"/>
          <p:nvPr>
            <p:ph idx="8" type="title"/>
          </p:nvPr>
        </p:nvSpPr>
        <p:spPr>
          <a:xfrm>
            <a:off x="5567063" y="2353852"/>
            <a:ext cx="2296800" cy="45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94" name="Google Shape;1294;p20"/>
          <p:cNvSpPr txBox="1"/>
          <p:nvPr>
            <p:ph idx="9" type="subTitle"/>
          </p:nvPr>
        </p:nvSpPr>
        <p:spPr>
          <a:xfrm>
            <a:off x="5567063" y="2692156"/>
            <a:ext cx="2296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5" name="Google Shape;1295;p20"/>
          <p:cNvSpPr txBox="1"/>
          <p:nvPr>
            <p:ph idx="13" type="title"/>
          </p:nvPr>
        </p:nvSpPr>
        <p:spPr>
          <a:xfrm>
            <a:off x="5567063" y="3506230"/>
            <a:ext cx="2296800" cy="4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96" name="Google Shape;1296;p20"/>
          <p:cNvSpPr txBox="1"/>
          <p:nvPr>
            <p:ph idx="14" type="subTitle"/>
          </p:nvPr>
        </p:nvSpPr>
        <p:spPr>
          <a:xfrm>
            <a:off x="5567063" y="3839988"/>
            <a:ext cx="2296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7" name="Google Shape;1297;p20"/>
          <p:cNvSpPr txBox="1"/>
          <p:nvPr>
            <p:ph idx="15" type="title"/>
          </p:nvPr>
        </p:nvSpPr>
        <p:spPr>
          <a:xfrm>
            <a:off x="720000" y="457200"/>
            <a:ext cx="77040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b="0"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98" name="Google Shape;1298;p20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" name="Google Shape;1300;p21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21"/>
          <p:cNvSpPr txBox="1"/>
          <p:nvPr>
            <p:ph hasCustomPrompt="1" type="title"/>
          </p:nvPr>
        </p:nvSpPr>
        <p:spPr>
          <a:xfrm>
            <a:off x="4102175" y="591075"/>
            <a:ext cx="4306800" cy="768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i="1" sz="6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02" name="Google Shape;1302;p21"/>
          <p:cNvSpPr txBox="1"/>
          <p:nvPr>
            <p:ph idx="1" type="subTitle"/>
          </p:nvPr>
        </p:nvSpPr>
        <p:spPr>
          <a:xfrm>
            <a:off x="4102175" y="1341700"/>
            <a:ext cx="43068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03" name="Google Shape;1303;p21"/>
          <p:cNvSpPr txBox="1"/>
          <p:nvPr>
            <p:ph hasCustomPrompt="1" idx="2" type="title"/>
          </p:nvPr>
        </p:nvSpPr>
        <p:spPr>
          <a:xfrm>
            <a:off x="4102175" y="1998725"/>
            <a:ext cx="4306800" cy="768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i="1" sz="6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04" name="Google Shape;1304;p21"/>
          <p:cNvSpPr txBox="1"/>
          <p:nvPr>
            <p:ph idx="3" type="subTitle"/>
          </p:nvPr>
        </p:nvSpPr>
        <p:spPr>
          <a:xfrm>
            <a:off x="4102175" y="2749350"/>
            <a:ext cx="43068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05" name="Google Shape;1305;p21"/>
          <p:cNvSpPr txBox="1"/>
          <p:nvPr>
            <p:ph hasCustomPrompt="1" idx="4" type="title"/>
          </p:nvPr>
        </p:nvSpPr>
        <p:spPr>
          <a:xfrm>
            <a:off x="4102175" y="3406375"/>
            <a:ext cx="4306800" cy="768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i="1" sz="6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06" name="Google Shape;1306;p21"/>
          <p:cNvSpPr txBox="1"/>
          <p:nvPr>
            <p:ph idx="5" type="subTitle"/>
          </p:nvPr>
        </p:nvSpPr>
        <p:spPr>
          <a:xfrm>
            <a:off x="4102175" y="4157000"/>
            <a:ext cx="43068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07" name="Google Shape;1307;p21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21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9" name="Google Shape;1309;p21"/>
          <p:cNvSpPr/>
          <p:nvPr>
            <p:ph idx="6" type="pic"/>
          </p:nvPr>
        </p:nvSpPr>
        <p:spPr>
          <a:xfrm flipH="1">
            <a:off x="1034125" y="535050"/>
            <a:ext cx="3256500" cy="4073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0" name="Google Shape;1310;p21"/>
          <p:cNvGrpSpPr/>
          <p:nvPr/>
        </p:nvGrpSpPr>
        <p:grpSpPr>
          <a:xfrm flipH="1" rot="10800000">
            <a:off x="-63475" y="580000"/>
            <a:ext cx="817800" cy="841338"/>
            <a:chOff x="866125" y="3600675"/>
            <a:chExt cx="817800" cy="841338"/>
          </a:xfrm>
        </p:grpSpPr>
        <p:sp>
          <p:nvSpPr>
            <p:cNvPr id="1311" name="Google Shape;1311;p21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1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1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1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1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1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1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1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1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1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1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1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1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1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1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1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1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1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1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21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21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21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1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1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1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1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1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21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1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1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1" name="Google Shape;1341;p21"/>
          <p:cNvGrpSpPr/>
          <p:nvPr/>
        </p:nvGrpSpPr>
        <p:grpSpPr>
          <a:xfrm flipH="1" rot="10800000">
            <a:off x="8516750" y="3661175"/>
            <a:ext cx="817800" cy="841338"/>
            <a:chOff x="866125" y="3600675"/>
            <a:chExt cx="817800" cy="841338"/>
          </a:xfrm>
        </p:grpSpPr>
        <p:sp>
          <p:nvSpPr>
            <p:cNvPr id="1342" name="Google Shape;1342;p21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21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1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1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1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1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21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1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1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1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1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1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1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1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21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1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1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1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1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1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1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1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1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1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1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1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1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21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21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1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2" name="Google Shape;1372;p21"/>
          <p:cNvGrpSpPr/>
          <p:nvPr/>
        </p:nvGrpSpPr>
        <p:grpSpPr>
          <a:xfrm flipH="1" rot="10800000">
            <a:off x="8516750" y="2672150"/>
            <a:ext cx="817800" cy="841338"/>
            <a:chOff x="866125" y="3600675"/>
            <a:chExt cx="817800" cy="841338"/>
          </a:xfrm>
        </p:grpSpPr>
        <p:sp>
          <p:nvSpPr>
            <p:cNvPr id="1373" name="Google Shape;1373;p21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1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1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1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1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1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1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1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1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1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1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1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21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1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1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1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1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1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1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1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1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1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1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1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1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21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1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1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1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1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22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22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22"/>
          <p:cNvSpPr txBox="1"/>
          <p:nvPr>
            <p:ph type="title"/>
          </p:nvPr>
        </p:nvSpPr>
        <p:spPr>
          <a:xfrm>
            <a:off x="4298025" y="678500"/>
            <a:ext cx="3727500" cy="94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0" sz="93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07" name="Google Shape;1407;p22"/>
          <p:cNvSpPr txBox="1"/>
          <p:nvPr>
            <p:ph idx="1" type="subTitle"/>
          </p:nvPr>
        </p:nvSpPr>
        <p:spPr>
          <a:xfrm>
            <a:off x="4298013" y="2371350"/>
            <a:ext cx="3727500" cy="9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8" name="Google Shape;1408;p22"/>
          <p:cNvSpPr txBox="1"/>
          <p:nvPr/>
        </p:nvSpPr>
        <p:spPr>
          <a:xfrm>
            <a:off x="4298013" y="3336588"/>
            <a:ext cx="37275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including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highlight>
                <a:srgbClr val="DFDEFC"/>
              </a:highlight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09" name="Google Shape;1409;p22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0" name="Google Shape;1410;p22"/>
          <p:cNvSpPr/>
          <p:nvPr>
            <p:ph idx="2" type="pic"/>
          </p:nvPr>
        </p:nvSpPr>
        <p:spPr>
          <a:xfrm flipH="1">
            <a:off x="886300" y="679950"/>
            <a:ext cx="3171300" cy="3799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11" name="Google Shape;1411;p22"/>
          <p:cNvGrpSpPr/>
          <p:nvPr/>
        </p:nvGrpSpPr>
        <p:grpSpPr>
          <a:xfrm>
            <a:off x="8053350" y="779425"/>
            <a:ext cx="1757750" cy="841338"/>
            <a:chOff x="-73825" y="3600675"/>
            <a:chExt cx="1757750" cy="841338"/>
          </a:xfrm>
        </p:grpSpPr>
        <p:grpSp>
          <p:nvGrpSpPr>
            <p:cNvPr id="1412" name="Google Shape;1412;p22"/>
            <p:cNvGrpSpPr/>
            <p:nvPr/>
          </p:nvGrpSpPr>
          <p:grpSpPr>
            <a:xfrm>
              <a:off x="866125" y="3600675"/>
              <a:ext cx="817800" cy="841338"/>
              <a:chOff x="866125" y="3600675"/>
              <a:chExt cx="817800" cy="841338"/>
            </a:xfrm>
          </p:grpSpPr>
          <p:sp>
            <p:nvSpPr>
              <p:cNvPr id="1413" name="Google Shape;1413;p22"/>
              <p:cNvSpPr/>
              <p:nvPr/>
            </p:nvSpPr>
            <p:spPr>
              <a:xfrm>
                <a:off x="8661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2"/>
              <p:cNvSpPr/>
              <p:nvPr/>
            </p:nvSpPr>
            <p:spPr>
              <a:xfrm>
                <a:off x="10227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2"/>
              <p:cNvSpPr/>
              <p:nvPr/>
            </p:nvSpPr>
            <p:spPr>
              <a:xfrm>
                <a:off x="11793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2"/>
              <p:cNvSpPr/>
              <p:nvPr/>
            </p:nvSpPr>
            <p:spPr>
              <a:xfrm>
                <a:off x="13359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2"/>
              <p:cNvSpPr/>
              <p:nvPr/>
            </p:nvSpPr>
            <p:spPr>
              <a:xfrm>
                <a:off x="14925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22"/>
              <p:cNvSpPr/>
              <p:nvPr/>
            </p:nvSpPr>
            <p:spPr>
              <a:xfrm>
                <a:off x="16491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22"/>
              <p:cNvSpPr/>
              <p:nvPr/>
            </p:nvSpPr>
            <p:spPr>
              <a:xfrm>
                <a:off x="8661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22"/>
              <p:cNvSpPr/>
              <p:nvPr/>
            </p:nvSpPr>
            <p:spPr>
              <a:xfrm>
                <a:off x="10227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22"/>
              <p:cNvSpPr/>
              <p:nvPr/>
            </p:nvSpPr>
            <p:spPr>
              <a:xfrm>
                <a:off x="11793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22"/>
              <p:cNvSpPr/>
              <p:nvPr/>
            </p:nvSpPr>
            <p:spPr>
              <a:xfrm>
                <a:off x="13359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2"/>
              <p:cNvSpPr/>
              <p:nvPr/>
            </p:nvSpPr>
            <p:spPr>
              <a:xfrm>
                <a:off x="14925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2"/>
              <p:cNvSpPr/>
              <p:nvPr/>
            </p:nvSpPr>
            <p:spPr>
              <a:xfrm>
                <a:off x="16491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2"/>
              <p:cNvSpPr/>
              <p:nvPr/>
            </p:nvSpPr>
            <p:spPr>
              <a:xfrm>
                <a:off x="8661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2"/>
              <p:cNvSpPr/>
              <p:nvPr/>
            </p:nvSpPr>
            <p:spPr>
              <a:xfrm>
                <a:off x="10227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2"/>
              <p:cNvSpPr/>
              <p:nvPr/>
            </p:nvSpPr>
            <p:spPr>
              <a:xfrm>
                <a:off x="11793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22"/>
              <p:cNvSpPr/>
              <p:nvPr/>
            </p:nvSpPr>
            <p:spPr>
              <a:xfrm>
                <a:off x="13359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22"/>
              <p:cNvSpPr/>
              <p:nvPr/>
            </p:nvSpPr>
            <p:spPr>
              <a:xfrm>
                <a:off x="14925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2"/>
              <p:cNvSpPr/>
              <p:nvPr/>
            </p:nvSpPr>
            <p:spPr>
              <a:xfrm>
                <a:off x="16491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2"/>
              <p:cNvSpPr/>
              <p:nvPr/>
            </p:nvSpPr>
            <p:spPr>
              <a:xfrm>
                <a:off x="8661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2"/>
              <p:cNvSpPr/>
              <p:nvPr/>
            </p:nvSpPr>
            <p:spPr>
              <a:xfrm>
                <a:off x="10227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22"/>
              <p:cNvSpPr/>
              <p:nvPr/>
            </p:nvSpPr>
            <p:spPr>
              <a:xfrm>
                <a:off x="11793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4" name="Google Shape;1434;p22"/>
              <p:cNvSpPr/>
              <p:nvPr/>
            </p:nvSpPr>
            <p:spPr>
              <a:xfrm>
                <a:off x="13359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2"/>
              <p:cNvSpPr/>
              <p:nvPr/>
            </p:nvSpPr>
            <p:spPr>
              <a:xfrm>
                <a:off x="14925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2"/>
              <p:cNvSpPr/>
              <p:nvPr/>
            </p:nvSpPr>
            <p:spPr>
              <a:xfrm>
                <a:off x="16491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2"/>
              <p:cNvSpPr/>
              <p:nvPr/>
            </p:nvSpPr>
            <p:spPr>
              <a:xfrm>
                <a:off x="8661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22"/>
              <p:cNvSpPr/>
              <p:nvPr/>
            </p:nvSpPr>
            <p:spPr>
              <a:xfrm>
                <a:off x="10227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22"/>
              <p:cNvSpPr/>
              <p:nvPr/>
            </p:nvSpPr>
            <p:spPr>
              <a:xfrm>
                <a:off x="11793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22"/>
              <p:cNvSpPr/>
              <p:nvPr/>
            </p:nvSpPr>
            <p:spPr>
              <a:xfrm>
                <a:off x="13359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2"/>
              <p:cNvSpPr/>
              <p:nvPr/>
            </p:nvSpPr>
            <p:spPr>
              <a:xfrm>
                <a:off x="14925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2"/>
              <p:cNvSpPr/>
              <p:nvPr/>
            </p:nvSpPr>
            <p:spPr>
              <a:xfrm>
                <a:off x="16491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3" name="Google Shape;1443;p22"/>
            <p:cNvGrpSpPr/>
            <p:nvPr/>
          </p:nvGrpSpPr>
          <p:grpSpPr>
            <a:xfrm>
              <a:off x="-73825" y="3600675"/>
              <a:ext cx="817800" cy="841338"/>
              <a:chOff x="866125" y="3600675"/>
              <a:chExt cx="817800" cy="841338"/>
            </a:xfrm>
          </p:grpSpPr>
          <p:sp>
            <p:nvSpPr>
              <p:cNvPr id="1444" name="Google Shape;1444;p22"/>
              <p:cNvSpPr/>
              <p:nvPr/>
            </p:nvSpPr>
            <p:spPr>
              <a:xfrm>
                <a:off x="8661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2"/>
              <p:cNvSpPr/>
              <p:nvPr/>
            </p:nvSpPr>
            <p:spPr>
              <a:xfrm>
                <a:off x="10227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22"/>
              <p:cNvSpPr/>
              <p:nvPr/>
            </p:nvSpPr>
            <p:spPr>
              <a:xfrm>
                <a:off x="11793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22"/>
              <p:cNvSpPr/>
              <p:nvPr/>
            </p:nvSpPr>
            <p:spPr>
              <a:xfrm>
                <a:off x="13359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2"/>
              <p:cNvSpPr/>
              <p:nvPr/>
            </p:nvSpPr>
            <p:spPr>
              <a:xfrm>
                <a:off x="14925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2"/>
              <p:cNvSpPr/>
              <p:nvPr/>
            </p:nvSpPr>
            <p:spPr>
              <a:xfrm>
                <a:off x="1649125" y="36006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2"/>
              <p:cNvSpPr/>
              <p:nvPr/>
            </p:nvSpPr>
            <p:spPr>
              <a:xfrm>
                <a:off x="8661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22"/>
              <p:cNvSpPr/>
              <p:nvPr/>
            </p:nvSpPr>
            <p:spPr>
              <a:xfrm>
                <a:off x="10227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22"/>
              <p:cNvSpPr/>
              <p:nvPr/>
            </p:nvSpPr>
            <p:spPr>
              <a:xfrm>
                <a:off x="11793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2"/>
              <p:cNvSpPr/>
              <p:nvPr/>
            </p:nvSpPr>
            <p:spPr>
              <a:xfrm>
                <a:off x="13359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2"/>
              <p:cNvSpPr/>
              <p:nvPr/>
            </p:nvSpPr>
            <p:spPr>
              <a:xfrm>
                <a:off x="14925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2"/>
              <p:cNvSpPr/>
              <p:nvPr/>
            </p:nvSpPr>
            <p:spPr>
              <a:xfrm>
                <a:off x="1649125" y="380337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22"/>
              <p:cNvSpPr/>
              <p:nvPr/>
            </p:nvSpPr>
            <p:spPr>
              <a:xfrm>
                <a:off x="8661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22"/>
              <p:cNvSpPr/>
              <p:nvPr/>
            </p:nvSpPr>
            <p:spPr>
              <a:xfrm>
                <a:off x="10227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2"/>
              <p:cNvSpPr/>
              <p:nvPr/>
            </p:nvSpPr>
            <p:spPr>
              <a:xfrm>
                <a:off x="11793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2"/>
              <p:cNvSpPr/>
              <p:nvPr/>
            </p:nvSpPr>
            <p:spPr>
              <a:xfrm>
                <a:off x="13359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22"/>
              <p:cNvSpPr/>
              <p:nvPr/>
            </p:nvSpPr>
            <p:spPr>
              <a:xfrm>
                <a:off x="14925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1" name="Google Shape;1461;p22"/>
              <p:cNvSpPr/>
              <p:nvPr/>
            </p:nvSpPr>
            <p:spPr>
              <a:xfrm>
                <a:off x="1649125" y="4003238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2"/>
              <p:cNvSpPr/>
              <p:nvPr/>
            </p:nvSpPr>
            <p:spPr>
              <a:xfrm>
                <a:off x="8661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2"/>
              <p:cNvSpPr/>
              <p:nvPr/>
            </p:nvSpPr>
            <p:spPr>
              <a:xfrm>
                <a:off x="10227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22"/>
              <p:cNvSpPr/>
              <p:nvPr/>
            </p:nvSpPr>
            <p:spPr>
              <a:xfrm>
                <a:off x="11793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22"/>
              <p:cNvSpPr/>
              <p:nvPr/>
            </p:nvSpPr>
            <p:spPr>
              <a:xfrm>
                <a:off x="13359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2"/>
              <p:cNvSpPr/>
              <p:nvPr/>
            </p:nvSpPr>
            <p:spPr>
              <a:xfrm>
                <a:off x="14925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2"/>
              <p:cNvSpPr/>
              <p:nvPr/>
            </p:nvSpPr>
            <p:spPr>
              <a:xfrm>
                <a:off x="1649125" y="4205925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22"/>
              <p:cNvSpPr/>
              <p:nvPr/>
            </p:nvSpPr>
            <p:spPr>
              <a:xfrm>
                <a:off x="8661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22"/>
              <p:cNvSpPr/>
              <p:nvPr/>
            </p:nvSpPr>
            <p:spPr>
              <a:xfrm>
                <a:off x="10227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2"/>
              <p:cNvSpPr/>
              <p:nvPr/>
            </p:nvSpPr>
            <p:spPr>
              <a:xfrm>
                <a:off x="11793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2"/>
              <p:cNvSpPr/>
              <p:nvPr/>
            </p:nvSpPr>
            <p:spPr>
              <a:xfrm>
                <a:off x="13359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22"/>
              <p:cNvSpPr/>
              <p:nvPr/>
            </p:nvSpPr>
            <p:spPr>
              <a:xfrm>
                <a:off x="14925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22"/>
              <p:cNvSpPr/>
              <p:nvPr/>
            </p:nvSpPr>
            <p:spPr>
              <a:xfrm>
                <a:off x="1649125" y="4407213"/>
                <a:ext cx="34800" cy="3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9001" name="RUG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5" name="Google Shape;1475;p23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6" name="Google Shape;1476;p23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23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8" name="Google Shape;1478;p23"/>
          <p:cNvSpPr/>
          <p:nvPr/>
        </p:nvSpPr>
        <p:spPr>
          <a:xfrm>
            <a:off x="6853163" y="-613502"/>
            <a:ext cx="1555800" cy="1555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23"/>
          <p:cNvSpPr/>
          <p:nvPr/>
        </p:nvSpPr>
        <p:spPr>
          <a:xfrm>
            <a:off x="707125" y="4156598"/>
            <a:ext cx="1555800" cy="1555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0" name="Google Shape;1480;p23"/>
          <p:cNvGrpSpPr/>
          <p:nvPr/>
        </p:nvGrpSpPr>
        <p:grpSpPr>
          <a:xfrm flipH="1" rot="10800000">
            <a:off x="-63475" y="580000"/>
            <a:ext cx="817800" cy="841338"/>
            <a:chOff x="866125" y="3600675"/>
            <a:chExt cx="817800" cy="841338"/>
          </a:xfrm>
        </p:grpSpPr>
        <p:sp>
          <p:nvSpPr>
            <p:cNvPr id="1481" name="Google Shape;1481;p23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3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3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3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3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23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23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3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3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3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3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3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3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3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3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3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3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3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3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3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3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3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3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3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3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3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3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3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3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3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1" name="Google Shape;1511;p23"/>
          <p:cNvGrpSpPr/>
          <p:nvPr/>
        </p:nvGrpSpPr>
        <p:grpSpPr>
          <a:xfrm flipH="1" rot="10800000">
            <a:off x="-63475" y="1560025"/>
            <a:ext cx="817800" cy="841338"/>
            <a:chOff x="866125" y="3600675"/>
            <a:chExt cx="817800" cy="841338"/>
          </a:xfrm>
        </p:grpSpPr>
        <p:sp>
          <p:nvSpPr>
            <p:cNvPr id="1512" name="Google Shape;1512;p23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3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3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3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3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3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3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3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3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3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3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23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23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23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23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23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23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23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23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23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23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23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23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23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23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23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23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23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23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3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2" name="Google Shape;1542;p23"/>
          <p:cNvGrpSpPr/>
          <p:nvPr/>
        </p:nvGrpSpPr>
        <p:grpSpPr>
          <a:xfrm flipH="1" rot="10800000">
            <a:off x="8520625" y="3471475"/>
            <a:ext cx="817800" cy="841338"/>
            <a:chOff x="866125" y="3600675"/>
            <a:chExt cx="817800" cy="841338"/>
          </a:xfrm>
        </p:grpSpPr>
        <p:sp>
          <p:nvSpPr>
            <p:cNvPr id="1543" name="Google Shape;1543;p23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23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23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23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23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23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23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23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23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23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23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23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23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3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3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3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3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23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23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23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3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3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3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23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23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3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23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3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3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3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_1">
    <p:bg>
      <p:bgPr>
        <a:solidFill>
          <a:schemeClr val="lt1"/>
        </a:solidFill>
      </p:bgPr>
    </p:bg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4" name="Google Shape;1574;p24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5" name="Google Shape;1575;p24"/>
          <p:cNvSpPr/>
          <p:nvPr/>
        </p:nvSpPr>
        <p:spPr>
          <a:xfrm>
            <a:off x="190500" y="190500"/>
            <a:ext cx="8759700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24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9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buNone/>
              <a:defRPr b="1" sz="19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buNone/>
              <a:defRPr b="1" sz="19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buNone/>
              <a:defRPr b="1" sz="19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buNone/>
              <a:defRPr b="1" sz="19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buNone/>
              <a:defRPr b="1" sz="19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buNone/>
              <a:defRPr b="1" sz="19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buNone/>
              <a:defRPr b="1" sz="19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buNone/>
              <a:defRPr b="1" sz="19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77" name="Google Shape;1577;p24"/>
          <p:cNvGrpSpPr/>
          <p:nvPr/>
        </p:nvGrpSpPr>
        <p:grpSpPr>
          <a:xfrm>
            <a:off x="866125" y="4210275"/>
            <a:ext cx="817800" cy="841338"/>
            <a:chOff x="866125" y="3600675"/>
            <a:chExt cx="817800" cy="841338"/>
          </a:xfrm>
        </p:grpSpPr>
        <p:sp>
          <p:nvSpPr>
            <p:cNvPr id="1578" name="Google Shape;1578;p24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4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4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4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4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4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4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4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4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4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4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4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4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4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4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4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4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4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4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4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4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4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4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4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4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4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4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4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4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24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8" name="Google Shape;1608;p24"/>
          <p:cNvGrpSpPr/>
          <p:nvPr/>
        </p:nvGrpSpPr>
        <p:grpSpPr>
          <a:xfrm>
            <a:off x="8535800" y="580000"/>
            <a:ext cx="817800" cy="841338"/>
            <a:chOff x="866125" y="3600675"/>
            <a:chExt cx="817800" cy="841338"/>
          </a:xfrm>
        </p:grpSpPr>
        <p:sp>
          <p:nvSpPr>
            <p:cNvPr id="1609" name="Google Shape;1609;p24"/>
            <p:cNvSpPr/>
            <p:nvPr/>
          </p:nvSpPr>
          <p:spPr>
            <a:xfrm>
              <a:off x="866125" y="36006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24"/>
            <p:cNvSpPr/>
            <p:nvPr/>
          </p:nvSpPr>
          <p:spPr>
            <a:xfrm>
              <a:off x="1022725" y="36006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24"/>
            <p:cNvSpPr/>
            <p:nvPr/>
          </p:nvSpPr>
          <p:spPr>
            <a:xfrm>
              <a:off x="1179325" y="36006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24"/>
            <p:cNvSpPr/>
            <p:nvPr/>
          </p:nvSpPr>
          <p:spPr>
            <a:xfrm>
              <a:off x="1335925" y="36006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24"/>
            <p:cNvSpPr/>
            <p:nvPr/>
          </p:nvSpPr>
          <p:spPr>
            <a:xfrm>
              <a:off x="1492525" y="36006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24"/>
            <p:cNvSpPr/>
            <p:nvPr/>
          </p:nvSpPr>
          <p:spPr>
            <a:xfrm>
              <a:off x="1649125" y="36006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24"/>
            <p:cNvSpPr/>
            <p:nvPr/>
          </p:nvSpPr>
          <p:spPr>
            <a:xfrm>
              <a:off x="866125" y="38033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24"/>
            <p:cNvSpPr/>
            <p:nvPr/>
          </p:nvSpPr>
          <p:spPr>
            <a:xfrm>
              <a:off x="1022725" y="38033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24"/>
            <p:cNvSpPr/>
            <p:nvPr/>
          </p:nvSpPr>
          <p:spPr>
            <a:xfrm>
              <a:off x="1179325" y="38033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24"/>
            <p:cNvSpPr/>
            <p:nvPr/>
          </p:nvSpPr>
          <p:spPr>
            <a:xfrm>
              <a:off x="1335925" y="38033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24"/>
            <p:cNvSpPr/>
            <p:nvPr/>
          </p:nvSpPr>
          <p:spPr>
            <a:xfrm>
              <a:off x="1492525" y="38033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4"/>
            <p:cNvSpPr/>
            <p:nvPr/>
          </p:nvSpPr>
          <p:spPr>
            <a:xfrm>
              <a:off x="1649125" y="380337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4"/>
            <p:cNvSpPr/>
            <p:nvPr/>
          </p:nvSpPr>
          <p:spPr>
            <a:xfrm>
              <a:off x="866125" y="4003238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4"/>
            <p:cNvSpPr/>
            <p:nvPr/>
          </p:nvSpPr>
          <p:spPr>
            <a:xfrm>
              <a:off x="1022725" y="4003238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4"/>
            <p:cNvSpPr/>
            <p:nvPr/>
          </p:nvSpPr>
          <p:spPr>
            <a:xfrm>
              <a:off x="1179325" y="4003238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24"/>
            <p:cNvSpPr/>
            <p:nvPr/>
          </p:nvSpPr>
          <p:spPr>
            <a:xfrm>
              <a:off x="1335925" y="4003238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24"/>
            <p:cNvSpPr/>
            <p:nvPr/>
          </p:nvSpPr>
          <p:spPr>
            <a:xfrm>
              <a:off x="1492525" y="4003238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4"/>
            <p:cNvSpPr/>
            <p:nvPr/>
          </p:nvSpPr>
          <p:spPr>
            <a:xfrm>
              <a:off x="1649125" y="4003238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4"/>
            <p:cNvSpPr/>
            <p:nvPr/>
          </p:nvSpPr>
          <p:spPr>
            <a:xfrm>
              <a:off x="866125" y="420592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4"/>
            <p:cNvSpPr/>
            <p:nvPr/>
          </p:nvSpPr>
          <p:spPr>
            <a:xfrm>
              <a:off x="1022725" y="420592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4"/>
            <p:cNvSpPr/>
            <p:nvPr/>
          </p:nvSpPr>
          <p:spPr>
            <a:xfrm>
              <a:off x="1179325" y="420592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24"/>
            <p:cNvSpPr/>
            <p:nvPr/>
          </p:nvSpPr>
          <p:spPr>
            <a:xfrm>
              <a:off x="1335925" y="420592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24"/>
            <p:cNvSpPr/>
            <p:nvPr/>
          </p:nvSpPr>
          <p:spPr>
            <a:xfrm>
              <a:off x="1492525" y="420592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4"/>
            <p:cNvSpPr/>
            <p:nvPr/>
          </p:nvSpPr>
          <p:spPr>
            <a:xfrm>
              <a:off x="1649125" y="4205925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4"/>
            <p:cNvSpPr/>
            <p:nvPr/>
          </p:nvSpPr>
          <p:spPr>
            <a:xfrm>
              <a:off x="866125" y="4407213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24"/>
            <p:cNvSpPr/>
            <p:nvPr/>
          </p:nvSpPr>
          <p:spPr>
            <a:xfrm>
              <a:off x="1022725" y="4407213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24"/>
            <p:cNvSpPr/>
            <p:nvPr/>
          </p:nvSpPr>
          <p:spPr>
            <a:xfrm>
              <a:off x="1179325" y="4407213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24"/>
            <p:cNvSpPr/>
            <p:nvPr/>
          </p:nvSpPr>
          <p:spPr>
            <a:xfrm>
              <a:off x="1335925" y="4407213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4"/>
            <p:cNvSpPr/>
            <p:nvPr/>
          </p:nvSpPr>
          <p:spPr>
            <a:xfrm>
              <a:off x="1492525" y="4407213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4"/>
            <p:cNvSpPr/>
            <p:nvPr/>
          </p:nvSpPr>
          <p:spPr>
            <a:xfrm>
              <a:off x="1649125" y="4407213"/>
              <a:ext cx="34800" cy="3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9" name="Google Shape;1639;p24"/>
          <p:cNvSpPr/>
          <p:nvPr/>
        </p:nvSpPr>
        <p:spPr>
          <a:xfrm>
            <a:off x="6280050" y="4258925"/>
            <a:ext cx="1371000" cy="13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24"/>
          <p:cNvSpPr/>
          <p:nvPr/>
        </p:nvSpPr>
        <p:spPr>
          <a:xfrm>
            <a:off x="-600775" y="503998"/>
            <a:ext cx="1555800" cy="1555800"/>
          </a:xfrm>
          <a:prstGeom prst="ellipse">
            <a:avLst/>
          </a:prstGeom>
          <a:solidFill>
            <a:srgbClr val="EFEDDE">
              <a:alpha val="81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25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43" name="Google Shape;1643;p25"/>
          <p:cNvSpPr txBox="1"/>
          <p:nvPr>
            <p:ph idx="1" type="body"/>
          </p:nvPr>
        </p:nvSpPr>
        <p:spPr>
          <a:xfrm>
            <a:off x="457200" y="1109917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644" name="Google Shape;1644;p2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5" name="Google Shape;1645;p25"/>
          <p:cNvSpPr txBox="1"/>
          <p:nvPr>
            <p:ph idx="12" type="sldNum"/>
          </p:nvPr>
        </p:nvSpPr>
        <p:spPr>
          <a:xfrm>
            <a:off x="5096088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01" name="RUG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234440" cy="28986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34975" y="445025"/>
            <a:ext cx="767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Bebas Neue"/>
              <a:buNone/>
              <a:defRPr b="1" sz="27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34975" y="1152475"/>
            <a:ext cx="767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26"/>
          <p:cNvSpPr/>
          <p:nvPr/>
        </p:nvSpPr>
        <p:spPr>
          <a:xfrm>
            <a:off x="4056150" y="3764275"/>
            <a:ext cx="2491800" cy="1023000"/>
          </a:xfrm>
          <a:prstGeom prst="rect">
            <a:avLst/>
          </a:prstGeom>
          <a:solidFill>
            <a:srgbClr val="FF0000">
              <a:alpha val="627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26"/>
          <p:cNvSpPr/>
          <p:nvPr/>
        </p:nvSpPr>
        <p:spPr>
          <a:xfrm>
            <a:off x="565675" y="2250100"/>
            <a:ext cx="4504500" cy="14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26"/>
          <p:cNvSpPr txBox="1"/>
          <p:nvPr>
            <p:ph idx="1" type="subTitle"/>
          </p:nvPr>
        </p:nvSpPr>
        <p:spPr>
          <a:xfrm>
            <a:off x="734975" y="3012763"/>
            <a:ext cx="4337400" cy="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 Open Door Day 2026</a:t>
            </a:r>
            <a:endParaRPr/>
          </a:p>
        </p:txBody>
      </p:sp>
      <p:sp>
        <p:nvSpPr>
          <p:cNvPr id="1653" name="Google Shape;1653;p26"/>
          <p:cNvSpPr txBox="1"/>
          <p:nvPr>
            <p:ph type="ctrTitle"/>
          </p:nvPr>
        </p:nvSpPr>
        <p:spPr>
          <a:xfrm>
            <a:off x="489475" y="1864072"/>
            <a:ext cx="5172300" cy="14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Master’s </a:t>
            </a:r>
            <a:br>
              <a:rPr lang="en"/>
            </a:br>
            <a:r>
              <a:rPr lang="en">
                <a:solidFill>
                  <a:schemeClr val="lt1"/>
                </a:solidFill>
              </a:rPr>
              <a:t>Digital humanities</a:t>
            </a:r>
            <a:endParaRPr i="1">
              <a:solidFill>
                <a:schemeClr val="lt1"/>
              </a:solidFill>
            </a:endParaRPr>
          </a:p>
        </p:txBody>
      </p:sp>
      <p:pic>
        <p:nvPicPr>
          <p:cNvPr id="1654" name="Google Shape;1654;p2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153" l="26403" r="24999" t="3563"/>
          <a:stretch/>
        </p:blipFill>
        <p:spPr>
          <a:xfrm>
            <a:off x="5291475" y="679950"/>
            <a:ext cx="2969475" cy="3799825"/>
          </a:xfrm>
          <a:prstGeom prst="rect">
            <a:avLst/>
          </a:prstGeom>
        </p:spPr>
      </p:pic>
      <p:sp>
        <p:nvSpPr>
          <p:cNvPr id="1655" name="Google Shape;1655;p26"/>
          <p:cNvSpPr txBox="1"/>
          <p:nvPr>
            <p:ph idx="12" type="sldNum"/>
          </p:nvPr>
        </p:nvSpPr>
        <p:spPr>
          <a:xfrm>
            <a:off x="8250500" y="4608500"/>
            <a:ext cx="6951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56" name="Google Shape;165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251" y="255802"/>
            <a:ext cx="2219100" cy="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RM Implementation Project Proposal by Slidesgo">
  <a:themeElements>
    <a:clrScheme name="Simple Light">
      <a:dk1>
        <a:srgbClr val="272728"/>
      </a:dk1>
      <a:lt1>
        <a:srgbClr val="FF0000"/>
      </a:lt1>
      <a:dk2>
        <a:srgbClr val="FCFAFF"/>
      </a:dk2>
      <a:lt2>
        <a:srgbClr val="EFEDDE"/>
      </a:lt2>
      <a:accent1>
        <a:srgbClr val="B7B5A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12C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